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2184" y="97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8CDCD6-14E7-481B-BB93-15C9C61728D6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E2C44693-9DD2-4D6A-8274-A86935E94E79}">
      <dgm:prSet phldrT="[Text]" phldr="1"/>
      <dgm:spPr/>
      <dgm:t>
        <a:bodyPr/>
        <a:lstStyle/>
        <a:p>
          <a:endParaRPr lang="en-US"/>
        </a:p>
      </dgm:t>
    </dgm:pt>
    <dgm:pt modelId="{6CC065F3-2866-430A-AC19-0841BB7EDCBA}" type="parTrans" cxnId="{BF097154-6A60-43E7-AA4E-A75A9D7299FD}">
      <dgm:prSet/>
      <dgm:spPr/>
      <dgm:t>
        <a:bodyPr/>
        <a:lstStyle/>
        <a:p>
          <a:endParaRPr lang="en-US"/>
        </a:p>
      </dgm:t>
    </dgm:pt>
    <dgm:pt modelId="{06AE27BA-7FAA-40CE-BA87-958271E41A67}" type="sibTrans" cxnId="{BF097154-6A60-43E7-AA4E-A75A9D7299FD}">
      <dgm:prSet/>
      <dgm:spPr/>
      <dgm:t>
        <a:bodyPr/>
        <a:lstStyle/>
        <a:p>
          <a:endParaRPr lang="en-US"/>
        </a:p>
      </dgm:t>
    </dgm:pt>
    <dgm:pt modelId="{54C97F9F-B3A5-4F5F-BA1F-9286B74094A4}">
      <dgm:prSet phldrT="[Text]" phldr="1"/>
      <dgm:spPr/>
      <dgm:t>
        <a:bodyPr/>
        <a:lstStyle/>
        <a:p>
          <a:endParaRPr lang="en-US"/>
        </a:p>
      </dgm:t>
    </dgm:pt>
    <dgm:pt modelId="{F7E390B1-4F27-42CC-A62C-480AE90116CD}" type="parTrans" cxnId="{7CB37632-E4D3-46D4-BFBB-65D008A2FCB2}">
      <dgm:prSet/>
      <dgm:spPr/>
      <dgm:t>
        <a:bodyPr/>
        <a:lstStyle/>
        <a:p>
          <a:endParaRPr lang="en-US"/>
        </a:p>
      </dgm:t>
    </dgm:pt>
    <dgm:pt modelId="{CC56B035-691F-4A63-8AA8-6B885A59DC48}" type="sibTrans" cxnId="{7CB37632-E4D3-46D4-BFBB-65D008A2FCB2}">
      <dgm:prSet/>
      <dgm:spPr/>
      <dgm:t>
        <a:bodyPr/>
        <a:lstStyle/>
        <a:p>
          <a:endParaRPr lang="en-US"/>
        </a:p>
      </dgm:t>
    </dgm:pt>
    <dgm:pt modelId="{F532DFF2-7D22-4F9A-8CC9-FE30B1C659ED}">
      <dgm:prSet phldrT="[Text]" phldr="1"/>
      <dgm:spPr/>
      <dgm:t>
        <a:bodyPr/>
        <a:lstStyle/>
        <a:p>
          <a:endParaRPr lang="en-US"/>
        </a:p>
      </dgm:t>
    </dgm:pt>
    <dgm:pt modelId="{8E53A594-9E3C-46C4-AEC4-70DB11FCFA5F}" type="parTrans" cxnId="{17A5F4AB-3B42-4C97-9759-09B9F3A25B9F}">
      <dgm:prSet/>
      <dgm:spPr/>
      <dgm:t>
        <a:bodyPr/>
        <a:lstStyle/>
        <a:p>
          <a:endParaRPr lang="en-US"/>
        </a:p>
      </dgm:t>
    </dgm:pt>
    <dgm:pt modelId="{4D3B4FCA-DFD1-49D4-AA66-3913EC0D1DE0}" type="sibTrans" cxnId="{17A5F4AB-3B42-4C97-9759-09B9F3A25B9F}">
      <dgm:prSet/>
      <dgm:spPr/>
      <dgm:t>
        <a:bodyPr/>
        <a:lstStyle/>
        <a:p>
          <a:endParaRPr lang="en-US"/>
        </a:p>
      </dgm:t>
    </dgm:pt>
    <dgm:pt modelId="{F6420307-4E6F-4426-8EB2-D6F2E8889FAA}">
      <dgm:prSet phldrT="[Text]" phldr="1"/>
      <dgm:spPr/>
      <dgm:t>
        <a:bodyPr/>
        <a:lstStyle/>
        <a:p>
          <a:endParaRPr lang="en-US"/>
        </a:p>
      </dgm:t>
    </dgm:pt>
    <dgm:pt modelId="{C613524A-F5E6-492A-B14D-8A363AE485EB}" type="parTrans" cxnId="{9DB634A3-157A-4FFD-932D-75879D18BAA9}">
      <dgm:prSet/>
      <dgm:spPr/>
      <dgm:t>
        <a:bodyPr/>
        <a:lstStyle/>
        <a:p>
          <a:endParaRPr lang="en-US"/>
        </a:p>
      </dgm:t>
    </dgm:pt>
    <dgm:pt modelId="{902B2B03-1813-499E-87D8-218BF5D69AA5}" type="sibTrans" cxnId="{9DB634A3-157A-4FFD-932D-75879D18BAA9}">
      <dgm:prSet/>
      <dgm:spPr/>
      <dgm:t>
        <a:bodyPr/>
        <a:lstStyle/>
        <a:p>
          <a:endParaRPr lang="en-US"/>
        </a:p>
      </dgm:t>
    </dgm:pt>
    <dgm:pt modelId="{1D6D5C99-D7A9-4537-9B8C-B59D3341B292}">
      <dgm:prSet phldrT="[Text]" phldr="1"/>
      <dgm:spPr/>
      <dgm:t>
        <a:bodyPr/>
        <a:lstStyle/>
        <a:p>
          <a:endParaRPr lang="en-US"/>
        </a:p>
      </dgm:t>
    </dgm:pt>
    <dgm:pt modelId="{793270B0-DA2B-48C5-B356-651318648DFF}" type="parTrans" cxnId="{C6942EA5-89CD-45CE-832C-42231EF0EF95}">
      <dgm:prSet/>
      <dgm:spPr/>
      <dgm:t>
        <a:bodyPr/>
        <a:lstStyle/>
        <a:p>
          <a:endParaRPr lang="en-US"/>
        </a:p>
      </dgm:t>
    </dgm:pt>
    <dgm:pt modelId="{358B03D9-5AC1-46F2-9470-B666120FCCF5}" type="sibTrans" cxnId="{C6942EA5-89CD-45CE-832C-42231EF0EF95}">
      <dgm:prSet/>
      <dgm:spPr/>
      <dgm:t>
        <a:bodyPr/>
        <a:lstStyle/>
        <a:p>
          <a:endParaRPr lang="en-US"/>
        </a:p>
      </dgm:t>
    </dgm:pt>
    <dgm:pt modelId="{A4F31295-A4D3-4147-9BD1-52C2F11FA301}" type="pres">
      <dgm:prSet presAssocID="{D08CDCD6-14E7-481B-BB93-15C9C61728D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E690814-C964-40BC-81F7-EFB8DDC971A6}" type="pres">
      <dgm:prSet presAssocID="{E2C44693-9DD2-4D6A-8274-A86935E94E79}" presName="centerShape" presStyleLbl="node0" presStyleIdx="0" presStyleCnt="1"/>
      <dgm:spPr/>
    </dgm:pt>
    <dgm:pt modelId="{363D94E5-D7C1-40E3-93E0-0C2CD4945799}" type="pres">
      <dgm:prSet presAssocID="{F7E390B1-4F27-42CC-A62C-480AE90116CD}" presName="parTrans" presStyleLbl="sibTrans2D1" presStyleIdx="0" presStyleCnt="4"/>
      <dgm:spPr/>
    </dgm:pt>
    <dgm:pt modelId="{B09809DE-A517-4E42-8813-BFAD40D30C25}" type="pres">
      <dgm:prSet presAssocID="{F7E390B1-4F27-42CC-A62C-480AE90116CD}" presName="connectorText" presStyleLbl="sibTrans2D1" presStyleIdx="0" presStyleCnt="4"/>
      <dgm:spPr/>
    </dgm:pt>
    <dgm:pt modelId="{D3062280-9D2B-41AB-8489-CB5BC3F0E127}" type="pres">
      <dgm:prSet presAssocID="{54C97F9F-B3A5-4F5F-BA1F-9286B74094A4}" presName="node" presStyleLbl="node1" presStyleIdx="0" presStyleCnt="4">
        <dgm:presLayoutVars>
          <dgm:bulletEnabled val="1"/>
        </dgm:presLayoutVars>
      </dgm:prSet>
      <dgm:spPr/>
    </dgm:pt>
    <dgm:pt modelId="{EC1D4B8D-A1BB-4A65-A653-9C98673D4143}" type="pres">
      <dgm:prSet presAssocID="{8E53A594-9E3C-46C4-AEC4-70DB11FCFA5F}" presName="parTrans" presStyleLbl="sibTrans2D1" presStyleIdx="1" presStyleCnt="4"/>
      <dgm:spPr/>
    </dgm:pt>
    <dgm:pt modelId="{A5586299-270C-40E2-99CF-7BB7A235ACC8}" type="pres">
      <dgm:prSet presAssocID="{8E53A594-9E3C-46C4-AEC4-70DB11FCFA5F}" presName="connectorText" presStyleLbl="sibTrans2D1" presStyleIdx="1" presStyleCnt="4"/>
      <dgm:spPr/>
    </dgm:pt>
    <dgm:pt modelId="{7B5DD854-D8F7-43E6-BC40-78CE69E97BDF}" type="pres">
      <dgm:prSet presAssocID="{F532DFF2-7D22-4F9A-8CC9-FE30B1C659ED}" presName="node" presStyleLbl="node1" presStyleIdx="1" presStyleCnt="4">
        <dgm:presLayoutVars>
          <dgm:bulletEnabled val="1"/>
        </dgm:presLayoutVars>
      </dgm:prSet>
      <dgm:spPr/>
    </dgm:pt>
    <dgm:pt modelId="{6CD7FE80-03D1-4257-9FD7-4BF4D571F54D}" type="pres">
      <dgm:prSet presAssocID="{C613524A-F5E6-492A-B14D-8A363AE485EB}" presName="parTrans" presStyleLbl="sibTrans2D1" presStyleIdx="2" presStyleCnt="4"/>
      <dgm:spPr/>
    </dgm:pt>
    <dgm:pt modelId="{051074E9-A636-4A1F-8436-240D90FFAD82}" type="pres">
      <dgm:prSet presAssocID="{C613524A-F5E6-492A-B14D-8A363AE485EB}" presName="connectorText" presStyleLbl="sibTrans2D1" presStyleIdx="2" presStyleCnt="4"/>
      <dgm:spPr/>
    </dgm:pt>
    <dgm:pt modelId="{6E767207-35C7-4942-8E04-A2FC424FD631}" type="pres">
      <dgm:prSet presAssocID="{F6420307-4E6F-4426-8EB2-D6F2E8889FAA}" presName="node" presStyleLbl="node1" presStyleIdx="2" presStyleCnt="4">
        <dgm:presLayoutVars>
          <dgm:bulletEnabled val="1"/>
        </dgm:presLayoutVars>
      </dgm:prSet>
      <dgm:spPr/>
    </dgm:pt>
    <dgm:pt modelId="{41BC660D-77A0-43DB-8267-8BD460F14B0F}" type="pres">
      <dgm:prSet presAssocID="{793270B0-DA2B-48C5-B356-651318648DFF}" presName="parTrans" presStyleLbl="sibTrans2D1" presStyleIdx="3" presStyleCnt="4"/>
      <dgm:spPr/>
    </dgm:pt>
    <dgm:pt modelId="{9DCE1CF7-8918-45FC-AA26-77B5FADA5C7E}" type="pres">
      <dgm:prSet presAssocID="{793270B0-DA2B-48C5-B356-651318648DFF}" presName="connectorText" presStyleLbl="sibTrans2D1" presStyleIdx="3" presStyleCnt="4"/>
      <dgm:spPr/>
    </dgm:pt>
    <dgm:pt modelId="{69879397-1495-4987-96E3-70E017FBD867}" type="pres">
      <dgm:prSet presAssocID="{1D6D5C99-D7A9-4537-9B8C-B59D3341B292}" presName="node" presStyleLbl="node1" presStyleIdx="3" presStyleCnt="4">
        <dgm:presLayoutVars>
          <dgm:bulletEnabled val="1"/>
        </dgm:presLayoutVars>
      </dgm:prSet>
      <dgm:spPr/>
    </dgm:pt>
  </dgm:ptLst>
  <dgm:cxnLst>
    <dgm:cxn modelId="{8C2D0F1E-42FD-4364-8770-CF679C68D772}" type="presOf" srcId="{F7E390B1-4F27-42CC-A62C-480AE90116CD}" destId="{B09809DE-A517-4E42-8813-BFAD40D30C25}" srcOrd="1" destOrd="0" presId="urn:microsoft.com/office/officeart/2005/8/layout/radial5"/>
    <dgm:cxn modelId="{7CB37632-E4D3-46D4-BFBB-65D008A2FCB2}" srcId="{E2C44693-9DD2-4D6A-8274-A86935E94E79}" destId="{54C97F9F-B3A5-4F5F-BA1F-9286B74094A4}" srcOrd="0" destOrd="0" parTransId="{F7E390B1-4F27-42CC-A62C-480AE90116CD}" sibTransId="{CC56B035-691F-4A63-8AA8-6B885A59DC48}"/>
    <dgm:cxn modelId="{875DA24D-0B3B-4E54-9720-CF71EE72564F}" type="presOf" srcId="{D08CDCD6-14E7-481B-BB93-15C9C61728D6}" destId="{A4F31295-A4D3-4147-9BD1-52C2F11FA301}" srcOrd="0" destOrd="0" presId="urn:microsoft.com/office/officeart/2005/8/layout/radial5"/>
    <dgm:cxn modelId="{C8F7E770-B59D-45EF-8066-7B0FFAAEC0DF}" type="presOf" srcId="{E2C44693-9DD2-4D6A-8274-A86935E94E79}" destId="{7E690814-C964-40BC-81F7-EFB8DDC971A6}" srcOrd="0" destOrd="0" presId="urn:microsoft.com/office/officeart/2005/8/layout/radial5"/>
    <dgm:cxn modelId="{D0750454-5F0C-428F-9003-79556658D4C7}" type="presOf" srcId="{793270B0-DA2B-48C5-B356-651318648DFF}" destId="{41BC660D-77A0-43DB-8267-8BD460F14B0F}" srcOrd="0" destOrd="0" presId="urn:microsoft.com/office/officeart/2005/8/layout/radial5"/>
    <dgm:cxn modelId="{8B7C1A54-9A67-4E30-8888-602C03D961A4}" type="presOf" srcId="{8E53A594-9E3C-46C4-AEC4-70DB11FCFA5F}" destId="{EC1D4B8D-A1BB-4A65-A653-9C98673D4143}" srcOrd="0" destOrd="0" presId="urn:microsoft.com/office/officeart/2005/8/layout/radial5"/>
    <dgm:cxn modelId="{BF097154-6A60-43E7-AA4E-A75A9D7299FD}" srcId="{D08CDCD6-14E7-481B-BB93-15C9C61728D6}" destId="{E2C44693-9DD2-4D6A-8274-A86935E94E79}" srcOrd="0" destOrd="0" parTransId="{6CC065F3-2866-430A-AC19-0841BB7EDCBA}" sibTransId="{06AE27BA-7FAA-40CE-BA87-958271E41A67}"/>
    <dgm:cxn modelId="{ED758474-594A-4BC8-B1DC-D6595989E7C1}" type="presOf" srcId="{F7E390B1-4F27-42CC-A62C-480AE90116CD}" destId="{363D94E5-D7C1-40E3-93E0-0C2CD4945799}" srcOrd="0" destOrd="0" presId="urn:microsoft.com/office/officeart/2005/8/layout/radial5"/>
    <dgm:cxn modelId="{E55EB788-CDD4-415C-9737-FB27EC58D73B}" type="presOf" srcId="{54C97F9F-B3A5-4F5F-BA1F-9286B74094A4}" destId="{D3062280-9D2B-41AB-8489-CB5BC3F0E127}" srcOrd="0" destOrd="0" presId="urn:microsoft.com/office/officeart/2005/8/layout/radial5"/>
    <dgm:cxn modelId="{2AF5BAA1-C0BC-4D95-9D53-094675600841}" type="presOf" srcId="{8E53A594-9E3C-46C4-AEC4-70DB11FCFA5F}" destId="{A5586299-270C-40E2-99CF-7BB7A235ACC8}" srcOrd="1" destOrd="0" presId="urn:microsoft.com/office/officeart/2005/8/layout/radial5"/>
    <dgm:cxn modelId="{9DB634A3-157A-4FFD-932D-75879D18BAA9}" srcId="{E2C44693-9DD2-4D6A-8274-A86935E94E79}" destId="{F6420307-4E6F-4426-8EB2-D6F2E8889FAA}" srcOrd="2" destOrd="0" parTransId="{C613524A-F5E6-492A-B14D-8A363AE485EB}" sibTransId="{902B2B03-1813-499E-87D8-218BF5D69AA5}"/>
    <dgm:cxn modelId="{C6942EA5-89CD-45CE-832C-42231EF0EF95}" srcId="{E2C44693-9DD2-4D6A-8274-A86935E94E79}" destId="{1D6D5C99-D7A9-4537-9B8C-B59D3341B292}" srcOrd="3" destOrd="0" parTransId="{793270B0-DA2B-48C5-B356-651318648DFF}" sibTransId="{358B03D9-5AC1-46F2-9470-B666120FCCF5}"/>
    <dgm:cxn modelId="{17A5F4AB-3B42-4C97-9759-09B9F3A25B9F}" srcId="{E2C44693-9DD2-4D6A-8274-A86935E94E79}" destId="{F532DFF2-7D22-4F9A-8CC9-FE30B1C659ED}" srcOrd="1" destOrd="0" parTransId="{8E53A594-9E3C-46C4-AEC4-70DB11FCFA5F}" sibTransId="{4D3B4FCA-DFD1-49D4-AA66-3913EC0D1DE0}"/>
    <dgm:cxn modelId="{91D3ACAD-9457-4B86-ACF4-59A79DD2B008}" type="presOf" srcId="{C613524A-F5E6-492A-B14D-8A363AE485EB}" destId="{6CD7FE80-03D1-4257-9FD7-4BF4D571F54D}" srcOrd="0" destOrd="0" presId="urn:microsoft.com/office/officeart/2005/8/layout/radial5"/>
    <dgm:cxn modelId="{42FF38B3-A06F-4B29-AFBC-057B5A492411}" type="presOf" srcId="{F532DFF2-7D22-4F9A-8CC9-FE30B1C659ED}" destId="{7B5DD854-D8F7-43E6-BC40-78CE69E97BDF}" srcOrd="0" destOrd="0" presId="urn:microsoft.com/office/officeart/2005/8/layout/radial5"/>
    <dgm:cxn modelId="{A8BC5EB4-A0F2-4ECC-8756-EC5299045355}" type="presOf" srcId="{F6420307-4E6F-4426-8EB2-D6F2E8889FAA}" destId="{6E767207-35C7-4942-8E04-A2FC424FD631}" srcOrd="0" destOrd="0" presId="urn:microsoft.com/office/officeart/2005/8/layout/radial5"/>
    <dgm:cxn modelId="{32BAEECD-7168-46B3-863A-CE3ECAC15013}" type="presOf" srcId="{C613524A-F5E6-492A-B14D-8A363AE485EB}" destId="{051074E9-A636-4A1F-8436-240D90FFAD82}" srcOrd="1" destOrd="0" presId="urn:microsoft.com/office/officeart/2005/8/layout/radial5"/>
    <dgm:cxn modelId="{AAF6BFDA-031C-4324-9752-1F0423083159}" type="presOf" srcId="{793270B0-DA2B-48C5-B356-651318648DFF}" destId="{9DCE1CF7-8918-45FC-AA26-77B5FADA5C7E}" srcOrd="1" destOrd="0" presId="urn:microsoft.com/office/officeart/2005/8/layout/radial5"/>
    <dgm:cxn modelId="{838D71DE-FB31-4FF9-ABC7-2490811A4D76}" type="presOf" srcId="{1D6D5C99-D7A9-4537-9B8C-B59D3341B292}" destId="{69879397-1495-4987-96E3-70E017FBD867}" srcOrd="0" destOrd="0" presId="urn:microsoft.com/office/officeart/2005/8/layout/radial5"/>
    <dgm:cxn modelId="{8435FFC7-AFFD-4BEF-B139-D8A6678A685F}" type="presParOf" srcId="{A4F31295-A4D3-4147-9BD1-52C2F11FA301}" destId="{7E690814-C964-40BC-81F7-EFB8DDC971A6}" srcOrd="0" destOrd="0" presId="urn:microsoft.com/office/officeart/2005/8/layout/radial5"/>
    <dgm:cxn modelId="{0162895A-8E4C-4323-940B-682A48768D7D}" type="presParOf" srcId="{A4F31295-A4D3-4147-9BD1-52C2F11FA301}" destId="{363D94E5-D7C1-40E3-93E0-0C2CD4945799}" srcOrd="1" destOrd="0" presId="urn:microsoft.com/office/officeart/2005/8/layout/radial5"/>
    <dgm:cxn modelId="{360738BA-CFDC-400C-A751-7F2D261F125C}" type="presParOf" srcId="{363D94E5-D7C1-40E3-93E0-0C2CD4945799}" destId="{B09809DE-A517-4E42-8813-BFAD40D30C25}" srcOrd="0" destOrd="0" presId="urn:microsoft.com/office/officeart/2005/8/layout/radial5"/>
    <dgm:cxn modelId="{52320683-EB47-4880-8FF1-48FF9F83002D}" type="presParOf" srcId="{A4F31295-A4D3-4147-9BD1-52C2F11FA301}" destId="{D3062280-9D2B-41AB-8489-CB5BC3F0E127}" srcOrd="2" destOrd="0" presId="urn:microsoft.com/office/officeart/2005/8/layout/radial5"/>
    <dgm:cxn modelId="{C840B958-4C78-449C-8F7A-24042836961B}" type="presParOf" srcId="{A4F31295-A4D3-4147-9BD1-52C2F11FA301}" destId="{EC1D4B8D-A1BB-4A65-A653-9C98673D4143}" srcOrd="3" destOrd="0" presId="urn:microsoft.com/office/officeart/2005/8/layout/radial5"/>
    <dgm:cxn modelId="{2D45F725-13F5-44AF-A22B-2C37BCB1A671}" type="presParOf" srcId="{EC1D4B8D-A1BB-4A65-A653-9C98673D4143}" destId="{A5586299-270C-40E2-99CF-7BB7A235ACC8}" srcOrd="0" destOrd="0" presId="urn:microsoft.com/office/officeart/2005/8/layout/radial5"/>
    <dgm:cxn modelId="{F6425DFF-F2F7-485E-A4BC-B2524618E1FE}" type="presParOf" srcId="{A4F31295-A4D3-4147-9BD1-52C2F11FA301}" destId="{7B5DD854-D8F7-43E6-BC40-78CE69E97BDF}" srcOrd="4" destOrd="0" presId="urn:microsoft.com/office/officeart/2005/8/layout/radial5"/>
    <dgm:cxn modelId="{ED8A593F-2DCE-4E85-A545-E8E627D48F95}" type="presParOf" srcId="{A4F31295-A4D3-4147-9BD1-52C2F11FA301}" destId="{6CD7FE80-03D1-4257-9FD7-4BF4D571F54D}" srcOrd="5" destOrd="0" presId="urn:microsoft.com/office/officeart/2005/8/layout/radial5"/>
    <dgm:cxn modelId="{8DA4B91C-34E0-461D-A29A-15B0A0D9C51B}" type="presParOf" srcId="{6CD7FE80-03D1-4257-9FD7-4BF4D571F54D}" destId="{051074E9-A636-4A1F-8436-240D90FFAD82}" srcOrd="0" destOrd="0" presId="urn:microsoft.com/office/officeart/2005/8/layout/radial5"/>
    <dgm:cxn modelId="{EFBB4B32-714F-434F-9A30-038F49BCBC53}" type="presParOf" srcId="{A4F31295-A4D3-4147-9BD1-52C2F11FA301}" destId="{6E767207-35C7-4942-8E04-A2FC424FD631}" srcOrd="6" destOrd="0" presId="urn:microsoft.com/office/officeart/2005/8/layout/radial5"/>
    <dgm:cxn modelId="{E46EC5AE-3E2F-4BCD-A81B-79A00267A15D}" type="presParOf" srcId="{A4F31295-A4D3-4147-9BD1-52C2F11FA301}" destId="{41BC660D-77A0-43DB-8267-8BD460F14B0F}" srcOrd="7" destOrd="0" presId="urn:microsoft.com/office/officeart/2005/8/layout/radial5"/>
    <dgm:cxn modelId="{3A18D9AA-AED0-4DFB-89B3-D6F5D6CBFBF8}" type="presParOf" srcId="{41BC660D-77A0-43DB-8267-8BD460F14B0F}" destId="{9DCE1CF7-8918-45FC-AA26-77B5FADA5C7E}" srcOrd="0" destOrd="0" presId="urn:microsoft.com/office/officeart/2005/8/layout/radial5"/>
    <dgm:cxn modelId="{A8CE24CB-F79F-4EDE-95CA-8DE2B0E725B4}" type="presParOf" srcId="{A4F31295-A4D3-4147-9BD1-52C2F11FA301}" destId="{69879397-1495-4987-96E3-70E017FBD867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8F1A02-91F2-457C-8603-4786C930715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3009CB-58F4-409E-B147-0462CADB99F2}">
      <dgm:prSet phldrT="[Text]"/>
      <dgm:spPr/>
      <dgm:t>
        <a:bodyPr/>
        <a:lstStyle/>
        <a:p>
          <a:r>
            <a:rPr lang="en-US" b="1" dirty="0"/>
            <a:t>A self-hosted AI workbench that:</a:t>
          </a:r>
          <a:endParaRPr lang="en-US" dirty="0"/>
        </a:p>
      </dgm:t>
    </dgm:pt>
    <dgm:pt modelId="{80219E2C-7738-45DE-B88A-CCC93ABD4D5A}" type="parTrans" cxnId="{1B996BDB-9031-4A10-B050-FA9571F1E709}">
      <dgm:prSet/>
      <dgm:spPr/>
      <dgm:t>
        <a:bodyPr/>
        <a:lstStyle/>
        <a:p>
          <a:endParaRPr lang="en-US"/>
        </a:p>
      </dgm:t>
    </dgm:pt>
    <dgm:pt modelId="{CFBA48B5-EDF2-4D5F-B019-C6C03C0C1500}" type="sibTrans" cxnId="{1B996BDB-9031-4A10-B050-FA9571F1E709}">
      <dgm:prSet/>
      <dgm:spPr/>
      <dgm:t>
        <a:bodyPr/>
        <a:lstStyle/>
        <a:p>
          <a:endParaRPr lang="en-US"/>
        </a:p>
      </dgm:t>
    </dgm:pt>
    <dgm:pt modelId="{49548BD7-0F56-4B74-BAF2-D3706F09A8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Runs </a:t>
          </a:r>
          <a:r>
            <a:rPr lang="en-US" b="1" dirty="0"/>
            <a:t>entirely on MRPL's local infrastructure</a:t>
          </a:r>
          <a:r>
            <a:rPr lang="en-US" dirty="0"/>
            <a:t> </a:t>
          </a:r>
        </a:p>
      </dgm:t>
    </dgm:pt>
    <dgm:pt modelId="{B8EE061C-1504-408E-95CA-8471FA8FF098}" type="parTrans" cxnId="{51BBC1EC-5346-4441-9647-283C570E3EE8}">
      <dgm:prSet/>
      <dgm:spPr/>
      <dgm:t>
        <a:bodyPr/>
        <a:lstStyle/>
        <a:p>
          <a:endParaRPr lang="en-US"/>
        </a:p>
      </dgm:t>
    </dgm:pt>
    <dgm:pt modelId="{7743F112-6BC1-47D8-A211-7128D2A67C03}" type="sibTrans" cxnId="{51BBC1EC-5346-4441-9647-283C570E3EE8}">
      <dgm:prSet/>
      <dgm:spPr/>
      <dgm:t>
        <a:bodyPr/>
        <a:lstStyle/>
        <a:p>
          <a:endParaRPr lang="en-US"/>
        </a:p>
      </dgm:t>
    </dgm:pt>
    <dgm:pt modelId="{2FC10888-D027-42A1-A3E5-9BD16BB55B07}">
      <dgm:prSet phldrT="[Text]"/>
      <dgm:spPr/>
      <dgm:t>
        <a:bodyPr/>
        <a:lstStyle/>
        <a:p>
          <a:r>
            <a:rPr lang="en-US" b="1" dirty="0"/>
            <a:t>Uses open-weight LLMs/VLMs for different tasks </a:t>
          </a:r>
          <a:endParaRPr lang="en-US" dirty="0"/>
        </a:p>
      </dgm:t>
    </dgm:pt>
    <dgm:pt modelId="{8527B016-7071-4F41-960C-2CA4AC9AFBFE}" type="parTrans" cxnId="{6ECED2E1-CEA2-4E28-9A01-71EDF238ACC0}">
      <dgm:prSet/>
      <dgm:spPr/>
      <dgm:t>
        <a:bodyPr/>
        <a:lstStyle/>
        <a:p>
          <a:endParaRPr lang="en-US"/>
        </a:p>
      </dgm:t>
    </dgm:pt>
    <dgm:pt modelId="{B66C2DAA-698A-4F18-8E7D-7BAE089B9649}" type="sibTrans" cxnId="{6ECED2E1-CEA2-4E28-9A01-71EDF238ACC0}">
      <dgm:prSet/>
      <dgm:spPr/>
      <dgm:t>
        <a:bodyPr/>
        <a:lstStyle/>
        <a:p>
          <a:endParaRPr lang="en-US"/>
        </a:p>
      </dgm:t>
    </dgm:pt>
    <dgm:pt modelId="{F7B03F71-9397-4AA3-B90B-995308601D36}">
      <dgm:prSet phldrT="[Text]"/>
      <dgm:spPr/>
      <dgm:t>
        <a:bodyPr/>
        <a:lstStyle/>
        <a:p>
          <a:r>
            <a:rPr lang="en-US" dirty="0"/>
            <a:t>Automatically routes each task to the suitable local model</a:t>
          </a:r>
        </a:p>
      </dgm:t>
    </dgm:pt>
    <dgm:pt modelId="{253DDDAD-F839-4136-8254-856FC320EB42}" type="parTrans" cxnId="{47FBF695-A28E-4EA8-90E5-4BCC6C2EF7EE}">
      <dgm:prSet/>
      <dgm:spPr/>
      <dgm:t>
        <a:bodyPr/>
        <a:lstStyle/>
        <a:p>
          <a:endParaRPr lang="en-US"/>
        </a:p>
      </dgm:t>
    </dgm:pt>
    <dgm:pt modelId="{52B248B5-CAD6-4BCC-9653-82685C6ACC39}" type="sibTrans" cxnId="{47FBF695-A28E-4EA8-90E5-4BCC6C2EF7EE}">
      <dgm:prSet/>
      <dgm:spPr/>
      <dgm:t>
        <a:bodyPr/>
        <a:lstStyle/>
        <a:p>
          <a:endParaRPr lang="en-US"/>
        </a:p>
      </dgm:t>
    </dgm:pt>
    <dgm:pt modelId="{9DE86325-116F-4B5D-A13B-9A017CB69B74}">
      <dgm:prSet phldrT="[Text]"/>
      <dgm:spPr/>
      <dgm:t>
        <a:bodyPr/>
        <a:lstStyle/>
        <a:p>
          <a:r>
            <a:rPr lang="en-US" b="1" dirty="0"/>
            <a:t>Understand documents, scanned PDFs, images and engineering drawings </a:t>
          </a:r>
          <a:endParaRPr lang="en-US" dirty="0"/>
        </a:p>
      </dgm:t>
    </dgm:pt>
    <dgm:pt modelId="{2323BB0B-2848-40A4-8350-2F478F937B61}" type="parTrans" cxnId="{DA469205-ABC6-4A34-A4C9-D171560C836E}">
      <dgm:prSet/>
      <dgm:spPr/>
      <dgm:t>
        <a:bodyPr/>
        <a:lstStyle/>
        <a:p>
          <a:endParaRPr lang="en-US"/>
        </a:p>
      </dgm:t>
    </dgm:pt>
    <dgm:pt modelId="{CC37C21A-870A-4DDA-8259-5AF6AE93C69D}" type="sibTrans" cxnId="{DA469205-ABC6-4A34-A4C9-D171560C836E}">
      <dgm:prSet/>
      <dgm:spPr/>
      <dgm:t>
        <a:bodyPr/>
        <a:lstStyle/>
        <a:p>
          <a:endParaRPr lang="en-US"/>
        </a:p>
      </dgm:t>
    </dgm:pt>
    <dgm:pt modelId="{66885573-A894-4134-B453-DE52C6072DC6}">
      <dgm:prSet phldrT="[Text]"/>
      <dgm:spPr/>
      <dgm:t>
        <a:bodyPr/>
        <a:lstStyle/>
        <a:p>
          <a:r>
            <a:rPr lang="en-US" dirty="0"/>
            <a:t>Searches MRPL’s local manuals ,SOPs and document using RAG </a:t>
          </a:r>
        </a:p>
      </dgm:t>
    </dgm:pt>
    <dgm:pt modelId="{745D5378-E027-45C9-B735-71BE6ADA5B19}" type="parTrans" cxnId="{438A6C46-DAD4-4C7A-B3E6-0426F9937BE5}">
      <dgm:prSet/>
      <dgm:spPr/>
      <dgm:t>
        <a:bodyPr/>
        <a:lstStyle/>
        <a:p>
          <a:endParaRPr lang="en-US"/>
        </a:p>
      </dgm:t>
    </dgm:pt>
    <dgm:pt modelId="{94FFEA06-EE8A-499D-ACF5-6CF8AA7833FB}" type="sibTrans" cxnId="{438A6C46-DAD4-4C7A-B3E6-0426F9937BE5}">
      <dgm:prSet/>
      <dgm:spPr/>
      <dgm:t>
        <a:bodyPr/>
        <a:lstStyle/>
        <a:p>
          <a:endParaRPr lang="en-US"/>
        </a:p>
      </dgm:t>
    </dgm:pt>
    <dgm:pt modelId="{5E75DF7D-8C02-4CB7-9451-F26558F8CFF5}">
      <dgm:prSet phldrT="[Text]"/>
      <dgm:spPr/>
      <dgm:t>
        <a:bodyPr/>
        <a:lstStyle/>
        <a:p>
          <a:r>
            <a:rPr lang="en-US" dirty="0"/>
            <a:t>Uses AI agents to plan and execute multi steps tasks </a:t>
          </a:r>
        </a:p>
      </dgm:t>
    </dgm:pt>
    <dgm:pt modelId="{E59A2660-F63C-4E75-AF19-0B9931611EF5}" type="parTrans" cxnId="{C2720BA8-3305-4C5F-AE41-85812BA39AAF}">
      <dgm:prSet/>
      <dgm:spPr/>
      <dgm:t>
        <a:bodyPr/>
        <a:lstStyle/>
        <a:p>
          <a:endParaRPr lang="en-US"/>
        </a:p>
      </dgm:t>
    </dgm:pt>
    <dgm:pt modelId="{C0E8CA0F-F8A7-4862-BDD0-554228F81A5C}" type="sibTrans" cxnId="{C2720BA8-3305-4C5F-AE41-85812BA39AAF}">
      <dgm:prSet/>
      <dgm:spPr/>
      <dgm:t>
        <a:bodyPr/>
        <a:lstStyle/>
        <a:p>
          <a:endParaRPr lang="en-US"/>
        </a:p>
      </dgm:t>
    </dgm:pt>
    <dgm:pt modelId="{9FE40281-6F0D-49DE-9E96-EA6D604120A9}">
      <dgm:prSet phldrT="[Text]"/>
      <dgm:spPr/>
      <dgm:t>
        <a:bodyPr/>
        <a:lstStyle/>
        <a:p>
          <a:r>
            <a:rPr lang="en-US" dirty="0"/>
            <a:t>Generates useful outputs such as Word ,Excel, PDF and code </a:t>
          </a:r>
        </a:p>
      </dgm:t>
    </dgm:pt>
    <dgm:pt modelId="{C8A96D4F-2714-4823-AF7B-2064FA95836D}" type="parTrans" cxnId="{B107E0A4-1E1F-4783-89A7-3F1A746AED8E}">
      <dgm:prSet/>
      <dgm:spPr/>
      <dgm:t>
        <a:bodyPr/>
        <a:lstStyle/>
        <a:p>
          <a:endParaRPr lang="en-US"/>
        </a:p>
      </dgm:t>
    </dgm:pt>
    <dgm:pt modelId="{D6CD3EEC-F14E-4C40-ACA3-67E8F6D73A84}" type="sibTrans" cxnId="{B107E0A4-1E1F-4783-89A7-3F1A746AED8E}">
      <dgm:prSet/>
      <dgm:spPr/>
      <dgm:t>
        <a:bodyPr/>
        <a:lstStyle/>
        <a:p>
          <a:endParaRPr lang="en-US"/>
        </a:p>
      </dgm:t>
    </dgm:pt>
    <dgm:pt modelId="{F72E9CF8-B708-442D-8C5E-C5865F5FF47C}">
      <dgm:prSet phldrT="[Text]"/>
      <dgm:spPr/>
      <dgm:t>
        <a:bodyPr/>
        <a:lstStyle/>
        <a:p>
          <a:r>
            <a:rPr lang="en-US" b="1" dirty="0"/>
            <a:t>Maintains logs and verification of AI activities </a:t>
          </a:r>
          <a:endParaRPr lang="en-US" dirty="0"/>
        </a:p>
      </dgm:t>
    </dgm:pt>
    <dgm:pt modelId="{145EC8AA-16C2-4827-B1A6-0575195E90E9}" type="parTrans" cxnId="{EF2A05AD-40F5-44D5-BFC1-CA4D06AC543C}">
      <dgm:prSet/>
      <dgm:spPr/>
      <dgm:t>
        <a:bodyPr/>
        <a:lstStyle/>
        <a:p>
          <a:endParaRPr lang="en-US"/>
        </a:p>
      </dgm:t>
    </dgm:pt>
    <dgm:pt modelId="{6D2344C3-363F-401C-AC8D-488C83F9623E}" type="sibTrans" cxnId="{EF2A05AD-40F5-44D5-BFC1-CA4D06AC543C}">
      <dgm:prSet/>
      <dgm:spPr/>
      <dgm:t>
        <a:bodyPr/>
        <a:lstStyle/>
        <a:p>
          <a:endParaRPr lang="en-US"/>
        </a:p>
      </dgm:t>
    </dgm:pt>
    <dgm:pt modelId="{985EE539-3629-41EA-9A45-4F89841ABFE8}" type="pres">
      <dgm:prSet presAssocID="{E38F1A02-91F2-457C-8603-4786C9307151}" presName="vert0" presStyleCnt="0">
        <dgm:presLayoutVars>
          <dgm:dir/>
          <dgm:animOne val="branch"/>
          <dgm:animLvl val="lvl"/>
        </dgm:presLayoutVars>
      </dgm:prSet>
      <dgm:spPr/>
    </dgm:pt>
    <dgm:pt modelId="{295D732A-9CBE-4BCB-82CF-EAAF4E079114}" type="pres">
      <dgm:prSet presAssocID="{773009CB-58F4-409E-B147-0462CADB99F2}" presName="thickLine" presStyleLbl="alignNode1" presStyleIdx="0" presStyleCnt="1"/>
      <dgm:spPr/>
    </dgm:pt>
    <dgm:pt modelId="{52606E0F-0777-4713-94A6-9A7A99535A50}" type="pres">
      <dgm:prSet presAssocID="{773009CB-58F4-409E-B147-0462CADB99F2}" presName="horz1" presStyleCnt="0"/>
      <dgm:spPr/>
    </dgm:pt>
    <dgm:pt modelId="{D59E3E77-6D90-4CC3-949C-F6570A25E651}" type="pres">
      <dgm:prSet presAssocID="{773009CB-58F4-409E-B147-0462CADB99F2}" presName="tx1" presStyleLbl="revTx" presStyleIdx="0" presStyleCnt="9"/>
      <dgm:spPr/>
    </dgm:pt>
    <dgm:pt modelId="{C9AB0EC6-A44D-4245-8179-19613EB7D36C}" type="pres">
      <dgm:prSet presAssocID="{773009CB-58F4-409E-B147-0462CADB99F2}" presName="vert1" presStyleCnt="0"/>
      <dgm:spPr/>
    </dgm:pt>
    <dgm:pt modelId="{140751BC-1EF9-48C9-B527-BC4CB572C0E3}" type="pres">
      <dgm:prSet presAssocID="{49548BD7-0F56-4B74-BAF2-D3706F09A8DB}" presName="vertSpace2a" presStyleCnt="0"/>
      <dgm:spPr/>
    </dgm:pt>
    <dgm:pt modelId="{FA1EBC5B-4729-4C74-B450-CD462BA68933}" type="pres">
      <dgm:prSet presAssocID="{49548BD7-0F56-4B74-BAF2-D3706F09A8DB}" presName="horz2" presStyleCnt="0"/>
      <dgm:spPr/>
    </dgm:pt>
    <dgm:pt modelId="{0EEEF610-7688-4E7B-8874-F486877EEBE7}" type="pres">
      <dgm:prSet presAssocID="{49548BD7-0F56-4B74-BAF2-D3706F09A8DB}" presName="horzSpace2" presStyleCnt="0"/>
      <dgm:spPr/>
    </dgm:pt>
    <dgm:pt modelId="{EAEAA000-BCA7-4349-8831-8E251F54A7CC}" type="pres">
      <dgm:prSet presAssocID="{49548BD7-0F56-4B74-BAF2-D3706F09A8DB}" presName="tx2" presStyleLbl="revTx" presStyleIdx="1" presStyleCnt="9"/>
      <dgm:spPr/>
    </dgm:pt>
    <dgm:pt modelId="{2A065896-0469-4D5A-80D0-29B5DF40AA1F}" type="pres">
      <dgm:prSet presAssocID="{49548BD7-0F56-4B74-BAF2-D3706F09A8DB}" presName="vert2" presStyleCnt="0"/>
      <dgm:spPr/>
    </dgm:pt>
    <dgm:pt modelId="{6267B1C2-02DF-4201-B083-94977B1E8660}" type="pres">
      <dgm:prSet presAssocID="{49548BD7-0F56-4B74-BAF2-D3706F09A8DB}" presName="thinLine2b" presStyleLbl="callout" presStyleIdx="0" presStyleCnt="8"/>
      <dgm:spPr/>
    </dgm:pt>
    <dgm:pt modelId="{02FB7C21-B1C1-4D63-9173-9E4884408712}" type="pres">
      <dgm:prSet presAssocID="{49548BD7-0F56-4B74-BAF2-D3706F09A8DB}" presName="vertSpace2b" presStyleCnt="0"/>
      <dgm:spPr/>
    </dgm:pt>
    <dgm:pt modelId="{03A5BED5-4396-4073-A6DA-55280CA12621}" type="pres">
      <dgm:prSet presAssocID="{2FC10888-D027-42A1-A3E5-9BD16BB55B07}" presName="horz2" presStyleCnt="0"/>
      <dgm:spPr/>
    </dgm:pt>
    <dgm:pt modelId="{63931499-77FC-4A91-8120-DD1DC4FF74D3}" type="pres">
      <dgm:prSet presAssocID="{2FC10888-D027-42A1-A3E5-9BD16BB55B07}" presName="horzSpace2" presStyleCnt="0"/>
      <dgm:spPr/>
    </dgm:pt>
    <dgm:pt modelId="{1288047F-3D3C-43F9-9A21-AE047EA56085}" type="pres">
      <dgm:prSet presAssocID="{2FC10888-D027-42A1-A3E5-9BD16BB55B07}" presName="tx2" presStyleLbl="revTx" presStyleIdx="2" presStyleCnt="9"/>
      <dgm:spPr/>
    </dgm:pt>
    <dgm:pt modelId="{0FFFF219-5A5B-42A4-AD77-C53043C6FC3C}" type="pres">
      <dgm:prSet presAssocID="{2FC10888-D027-42A1-A3E5-9BD16BB55B07}" presName="vert2" presStyleCnt="0"/>
      <dgm:spPr/>
    </dgm:pt>
    <dgm:pt modelId="{BEE8C754-C290-49BC-AC79-C079CFF0DA5B}" type="pres">
      <dgm:prSet presAssocID="{2FC10888-D027-42A1-A3E5-9BD16BB55B07}" presName="thinLine2b" presStyleLbl="callout" presStyleIdx="1" presStyleCnt="8"/>
      <dgm:spPr/>
    </dgm:pt>
    <dgm:pt modelId="{F45C4E61-9627-4EE0-A7AF-B7B1BD67DF89}" type="pres">
      <dgm:prSet presAssocID="{2FC10888-D027-42A1-A3E5-9BD16BB55B07}" presName="vertSpace2b" presStyleCnt="0"/>
      <dgm:spPr/>
    </dgm:pt>
    <dgm:pt modelId="{DC1423C8-1933-4950-85A5-E5EFFA0CF369}" type="pres">
      <dgm:prSet presAssocID="{F7B03F71-9397-4AA3-B90B-995308601D36}" presName="horz2" presStyleCnt="0"/>
      <dgm:spPr/>
    </dgm:pt>
    <dgm:pt modelId="{3950D1F8-64A5-4838-B97E-B38EBA4C2A66}" type="pres">
      <dgm:prSet presAssocID="{F7B03F71-9397-4AA3-B90B-995308601D36}" presName="horzSpace2" presStyleCnt="0"/>
      <dgm:spPr/>
    </dgm:pt>
    <dgm:pt modelId="{6BCDBF1A-F870-41AB-8663-70A10469D03C}" type="pres">
      <dgm:prSet presAssocID="{F7B03F71-9397-4AA3-B90B-995308601D36}" presName="tx2" presStyleLbl="revTx" presStyleIdx="3" presStyleCnt="9"/>
      <dgm:spPr/>
    </dgm:pt>
    <dgm:pt modelId="{01D5AFC6-B8ED-4DF9-94AE-EF4FBF95D268}" type="pres">
      <dgm:prSet presAssocID="{F7B03F71-9397-4AA3-B90B-995308601D36}" presName="vert2" presStyleCnt="0"/>
      <dgm:spPr/>
    </dgm:pt>
    <dgm:pt modelId="{197463E4-8835-40C2-8FD4-0F3A2D9F6F5F}" type="pres">
      <dgm:prSet presAssocID="{F7B03F71-9397-4AA3-B90B-995308601D36}" presName="thinLine2b" presStyleLbl="callout" presStyleIdx="2" presStyleCnt="8"/>
      <dgm:spPr/>
    </dgm:pt>
    <dgm:pt modelId="{12E9303E-C934-4B94-9BB5-37F916165127}" type="pres">
      <dgm:prSet presAssocID="{F7B03F71-9397-4AA3-B90B-995308601D36}" presName="vertSpace2b" presStyleCnt="0"/>
      <dgm:spPr/>
    </dgm:pt>
    <dgm:pt modelId="{B31E9228-FB5D-4121-9131-50B89A0EFD07}" type="pres">
      <dgm:prSet presAssocID="{9DE86325-116F-4B5D-A13B-9A017CB69B74}" presName="horz2" presStyleCnt="0"/>
      <dgm:spPr/>
    </dgm:pt>
    <dgm:pt modelId="{934FA648-DC92-4CDB-A8DC-96B0B8679674}" type="pres">
      <dgm:prSet presAssocID="{9DE86325-116F-4B5D-A13B-9A017CB69B74}" presName="horzSpace2" presStyleCnt="0"/>
      <dgm:spPr/>
    </dgm:pt>
    <dgm:pt modelId="{E38B2CFD-F50E-44E8-8CA4-0FD33964447F}" type="pres">
      <dgm:prSet presAssocID="{9DE86325-116F-4B5D-A13B-9A017CB69B74}" presName="tx2" presStyleLbl="revTx" presStyleIdx="4" presStyleCnt="9"/>
      <dgm:spPr/>
    </dgm:pt>
    <dgm:pt modelId="{C09AB498-FE18-431F-B8D8-F404AA8F3EFC}" type="pres">
      <dgm:prSet presAssocID="{9DE86325-116F-4B5D-A13B-9A017CB69B74}" presName="vert2" presStyleCnt="0"/>
      <dgm:spPr/>
    </dgm:pt>
    <dgm:pt modelId="{C9529A1A-A3CD-4184-95C8-0DC731B71503}" type="pres">
      <dgm:prSet presAssocID="{9DE86325-116F-4B5D-A13B-9A017CB69B74}" presName="thinLine2b" presStyleLbl="callout" presStyleIdx="3" presStyleCnt="8"/>
      <dgm:spPr/>
    </dgm:pt>
    <dgm:pt modelId="{2BB7BD8C-1E60-45F0-80F2-EB4CBBE405D8}" type="pres">
      <dgm:prSet presAssocID="{9DE86325-116F-4B5D-A13B-9A017CB69B74}" presName="vertSpace2b" presStyleCnt="0"/>
      <dgm:spPr/>
    </dgm:pt>
    <dgm:pt modelId="{7BE15955-8852-4E4A-9FDD-BEEA77209653}" type="pres">
      <dgm:prSet presAssocID="{66885573-A894-4134-B453-DE52C6072DC6}" presName="horz2" presStyleCnt="0"/>
      <dgm:spPr/>
    </dgm:pt>
    <dgm:pt modelId="{DEFB6EE8-7A42-4E87-A3DF-592673867940}" type="pres">
      <dgm:prSet presAssocID="{66885573-A894-4134-B453-DE52C6072DC6}" presName="horzSpace2" presStyleCnt="0"/>
      <dgm:spPr/>
    </dgm:pt>
    <dgm:pt modelId="{243E443E-28AC-4F64-BC39-A81E0EBE4F4D}" type="pres">
      <dgm:prSet presAssocID="{66885573-A894-4134-B453-DE52C6072DC6}" presName="tx2" presStyleLbl="revTx" presStyleIdx="5" presStyleCnt="9"/>
      <dgm:spPr/>
    </dgm:pt>
    <dgm:pt modelId="{4BDF9EDB-2898-4832-87A6-2C3E4083E5ED}" type="pres">
      <dgm:prSet presAssocID="{66885573-A894-4134-B453-DE52C6072DC6}" presName="vert2" presStyleCnt="0"/>
      <dgm:spPr/>
    </dgm:pt>
    <dgm:pt modelId="{2794E749-25D5-49CB-BE01-136A8D0E4FF3}" type="pres">
      <dgm:prSet presAssocID="{66885573-A894-4134-B453-DE52C6072DC6}" presName="thinLine2b" presStyleLbl="callout" presStyleIdx="4" presStyleCnt="8"/>
      <dgm:spPr/>
    </dgm:pt>
    <dgm:pt modelId="{2CE7E1AC-17AC-485A-8A2B-23E45D81058F}" type="pres">
      <dgm:prSet presAssocID="{66885573-A894-4134-B453-DE52C6072DC6}" presName="vertSpace2b" presStyleCnt="0"/>
      <dgm:spPr/>
    </dgm:pt>
    <dgm:pt modelId="{C493BDFB-0075-4A09-A5DF-E453899863D3}" type="pres">
      <dgm:prSet presAssocID="{5E75DF7D-8C02-4CB7-9451-F26558F8CFF5}" presName="horz2" presStyleCnt="0"/>
      <dgm:spPr/>
    </dgm:pt>
    <dgm:pt modelId="{EA503528-9322-4E22-83C2-D1E25E8CF2F9}" type="pres">
      <dgm:prSet presAssocID="{5E75DF7D-8C02-4CB7-9451-F26558F8CFF5}" presName="horzSpace2" presStyleCnt="0"/>
      <dgm:spPr/>
    </dgm:pt>
    <dgm:pt modelId="{2F543E89-70F8-4C20-8517-E21E13B499BA}" type="pres">
      <dgm:prSet presAssocID="{5E75DF7D-8C02-4CB7-9451-F26558F8CFF5}" presName="tx2" presStyleLbl="revTx" presStyleIdx="6" presStyleCnt="9"/>
      <dgm:spPr/>
    </dgm:pt>
    <dgm:pt modelId="{37C70ADF-A0E1-428E-924A-3458078E1A55}" type="pres">
      <dgm:prSet presAssocID="{5E75DF7D-8C02-4CB7-9451-F26558F8CFF5}" presName="vert2" presStyleCnt="0"/>
      <dgm:spPr/>
    </dgm:pt>
    <dgm:pt modelId="{F067745C-80E4-4EAF-A862-384F3163E7A0}" type="pres">
      <dgm:prSet presAssocID="{5E75DF7D-8C02-4CB7-9451-F26558F8CFF5}" presName="thinLine2b" presStyleLbl="callout" presStyleIdx="5" presStyleCnt="8"/>
      <dgm:spPr/>
    </dgm:pt>
    <dgm:pt modelId="{6C8499B5-3745-4E5B-84E3-2A6C9201C372}" type="pres">
      <dgm:prSet presAssocID="{5E75DF7D-8C02-4CB7-9451-F26558F8CFF5}" presName="vertSpace2b" presStyleCnt="0"/>
      <dgm:spPr/>
    </dgm:pt>
    <dgm:pt modelId="{59303A96-1EC0-4AE5-B3CA-6D9392735658}" type="pres">
      <dgm:prSet presAssocID="{9FE40281-6F0D-49DE-9E96-EA6D604120A9}" presName="horz2" presStyleCnt="0"/>
      <dgm:spPr/>
    </dgm:pt>
    <dgm:pt modelId="{EF6B5AD0-C67A-45F9-A850-71A2B4DF6141}" type="pres">
      <dgm:prSet presAssocID="{9FE40281-6F0D-49DE-9E96-EA6D604120A9}" presName="horzSpace2" presStyleCnt="0"/>
      <dgm:spPr/>
    </dgm:pt>
    <dgm:pt modelId="{A4B8375E-516C-47C6-BB7D-6CD9BDF1C416}" type="pres">
      <dgm:prSet presAssocID="{9FE40281-6F0D-49DE-9E96-EA6D604120A9}" presName="tx2" presStyleLbl="revTx" presStyleIdx="7" presStyleCnt="9"/>
      <dgm:spPr/>
    </dgm:pt>
    <dgm:pt modelId="{F71B1E62-EBAB-4C93-A42B-2E2272E2B668}" type="pres">
      <dgm:prSet presAssocID="{9FE40281-6F0D-49DE-9E96-EA6D604120A9}" presName="vert2" presStyleCnt="0"/>
      <dgm:spPr/>
    </dgm:pt>
    <dgm:pt modelId="{44C2CB5D-945B-4B14-A837-DF06E0712E1D}" type="pres">
      <dgm:prSet presAssocID="{9FE40281-6F0D-49DE-9E96-EA6D604120A9}" presName="thinLine2b" presStyleLbl="callout" presStyleIdx="6" presStyleCnt="8"/>
      <dgm:spPr/>
    </dgm:pt>
    <dgm:pt modelId="{C90D6B92-4649-4561-920E-CEECC8F8C976}" type="pres">
      <dgm:prSet presAssocID="{9FE40281-6F0D-49DE-9E96-EA6D604120A9}" presName="vertSpace2b" presStyleCnt="0"/>
      <dgm:spPr/>
    </dgm:pt>
    <dgm:pt modelId="{BE3D8755-42A3-43A6-ABB5-C3AD3A8EC3AB}" type="pres">
      <dgm:prSet presAssocID="{F72E9CF8-B708-442D-8C5E-C5865F5FF47C}" presName="horz2" presStyleCnt="0"/>
      <dgm:spPr/>
    </dgm:pt>
    <dgm:pt modelId="{59A962AB-F89F-4913-B7D0-7E25F8986F00}" type="pres">
      <dgm:prSet presAssocID="{F72E9CF8-B708-442D-8C5E-C5865F5FF47C}" presName="horzSpace2" presStyleCnt="0"/>
      <dgm:spPr/>
    </dgm:pt>
    <dgm:pt modelId="{9D1E7301-B61A-49C2-91FB-963ACE505494}" type="pres">
      <dgm:prSet presAssocID="{F72E9CF8-B708-442D-8C5E-C5865F5FF47C}" presName="tx2" presStyleLbl="revTx" presStyleIdx="8" presStyleCnt="9"/>
      <dgm:spPr/>
    </dgm:pt>
    <dgm:pt modelId="{034F6E38-3970-4592-A88C-EA9847AD61D4}" type="pres">
      <dgm:prSet presAssocID="{F72E9CF8-B708-442D-8C5E-C5865F5FF47C}" presName="vert2" presStyleCnt="0"/>
      <dgm:spPr/>
    </dgm:pt>
    <dgm:pt modelId="{6988A00D-8AA8-4566-A38D-1312AC58BA93}" type="pres">
      <dgm:prSet presAssocID="{F72E9CF8-B708-442D-8C5E-C5865F5FF47C}" presName="thinLine2b" presStyleLbl="callout" presStyleIdx="7" presStyleCnt="8"/>
      <dgm:spPr/>
    </dgm:pt>
    <dgm:pt modelId="{56C2D86A-B42C-45B5-A37D-981CAF8F8C83}" type="pres">
      <dgm:prSet presAssocID="{F72E9CF8-B708-442D-8C5E-C5865F5FF47C}" presName="vertSpace2b" presStyleCnt="0"/>
      <dgm:spPr/>
    </dgm:pt>
  </dgm:ptLst>
  <dgm:cxnLst>
    <dgm:cxn modelId="{DA469205-ABC6-4A34-A4C9-D171560C836E}" srcId="{773009CB-58F4-409E-B147-0462CADB99F2}" destId="{9DE86325-116F-4B5D-A13B-9A017CB69B74}" srcOrd="3" destOrd="0" parTransId="{2323BB0B-2848-40A4-8350-2F478F937B61}" sibTransId="{CC37C21A-870A-4DDA-8259-5AF6AE93C69D}"/>
    <dgm:cxn modelId="{27D0F917-DFA3-4E06-AF87-BD9FA388714B}" type="presOf" srcId="{F7B03F71-9397-4AA3-B90B-995308601D36}" destId="{6BCDBF1A-F870-41AB-8663-70A10469D03C}" srcOrd="0" destOrd="0" presId="urn:microsoft.com/office/officeart/2008/layout/LinedList"/>
    <dgm:cxn modelId="{20103A45-F3AF-4534-9E50-F3215A79D861}" type="presOf" srcId="{49548BD7-0F56-4B74-BAF2-D3706F09A8DB}" destId="{EAEAA000-BCA7-4349-8831-8E251F54A7CC}" srcOrd="0" destOrd="0" presId="urn:microsoft.com/office/officeart/2008/layout/LinedList"/>
    <dgm:cxn modelId="{438A6C46-DAD4-4C7A-B3E6-0426F9937BE5}" srcId="{773009CB-58F4-409E-B147-0462CADB99F2}" destId="{66885573-A894-4134-B453-DE52C6072DC6}" srcOrd="4" destOrd="0" parTransId="{745D5378-E027-45C9-B735-71BE6ADA5B19}" sibTransId="{94FFEA06-EE8A-499D-ACF5-6CF8AA7833FB}"/>
    <dgm:cxn modelId="{87D42668-AA3A-4D26-96A5-54A83E1CD8DD}" type="presOf" srcId="{E38F1A02-91F2-457C-8603-4786C9307151}" destId="{985EE539-3629-41EA-9A45-4F89841ABFE8}" srcOrd="0" destOrd="0" presId="urn:microsoft.com/office/officeart/2008/layout/LinedList"/>
    <dgm:cxn modelId="{A1733668-2D33-4806-8559-826679B7A013}" type="presOf" srcId="{5E75DF7D-8C02-4CB7-9451-F26558F8CFF5}" destId="{2F543E89-70F8-4C20-8517-E21E13B499BA}" srcOrd="0" destOrd="0" presId="urn:microsoft.com/office/officeart/2008/layout/LinedList"/>
    <dgm:cxn modelId="{D714934D-0AC7-45AC-9597-56F86244937F}" type="presOf" srcId="{F72E9CF8-B708-442D-8C5E-C5865F5FF47C}" destId="{9D1E7301-B61A-49C2-91FB-963ACE505494}" srcOrd="0" destOrd="0" presId="urn:microsoft.com/office/officeart/2008/layout/LinedList"/>
    <dgm:cxn modelId="{6A81AA55-E170-4ECE-B8FB-9578335781AF}" type="presOf" srcId="{9FE40281-6F0D-49DE-9E96-EA6D604120A9}" destId="{A4B8375E-516C-47C6-BB7D-6CD9BDF1C416}" srcOrd="0" destOrd="0" presId="urn:microsoft.com/office/officeart/2008/layout/LinedList"/>
    <dgm:cxn modelId="{9D3DA777-D245-4CA1-AE29-354AE27988BE}" type="presOf" srcId="{9DE86325-116F-4B5D-A13B-9A017CB69B74}" destId="{E38B2CFD-F50E-44E8-8CA4-0FD33964447F}" srcOrd="0" destOrd="0" presId="urn:microsoft.com/office/officeart/2008/layout/LinedList"/>
    <dgm:cxn modelId="{87384888-47F9-4E12-A98B-408E9330B933}" type="presOf" srcId="{2FC10888-D027-42A1-A3E5-9BD16BB55B07}" destId="{1288047F-3D3C-43F9-9A21-AE047EA56085}" srcOrd="0" destOrd="0" presId="urn:microsoft.com/office/officeart/2008/layout/LinedList"/>
    <dgm:cxn modelId="{76CBD78C-9017-432A-A8E8-30388C5012A2}" type="presOf" srcId="{66885573-A894-4134-B453-DE52C6072DC6}" destId="{243E443E-28AC-4F64-BC39-A81E0EBE4F4D}" srcOrd="0" destOrd="0" presId="urn:microsoft.com/office/officeart/2008/layout/LinedList"/>
    <dgm:cxn modelId="{47FBF695-A28E-4EA8-90E5-4BCC6C2EF7EE}" srcId="{773009CB-58F4-409E-B147-0462CADB99F2}" destId="{F7B03F71-9397-4AA3-B90B-995308601D36}" srcOrd="2" destOrd="0" parTransId="{253DDDAD-F839-4136-8254-856FC320EB42}" sibTransId="{52B248B5-CAD6-4BCC-9653-82685C6ACC39}"/>
    <dgm:cxn modelId="{B107E0A4-1E1F-4783-89A7-3F1A746AED8E}" srcId="{773009CB-58F4-409E-B147-0462CADB99F2}" destId="{9FE40281-6F0D-49DE-9E96-EA6D604120A9}" srcOrd="6" destOrd="0" parTransId="{C8A96D4F-2714-4823-AF7B-2064FA95836D}" sibTransId="{D6CD3EEC-F14E-4C40-ACA3-67E8F6D73A84}"/>
    <dgm:cxn modelId="{C2720BA8-3305-4C5F-AE41-85812BA39AAF}" srcId="{773009CB-58F4-409E-B147-0462CADB99F2}" destId="{5E75DF7D-8C02-4CB7-9451-F26558F8CFF5}" srcOrd="5" destOrd="0" parTransId="{E59A2660-F63C-4E75-AF19-0B9931611EF5}" sibTransId="{C0E8CA0F-F8A7-4862-BDD0-554228F81A5C}"/>
    <dgm:cxn modelId="{EF2A05AD-40F5-44D5-BFC1-CA4D06AC543C}" srcId="{773009CB-58F4-409E-B147-0462CADB99F2}" destId="{F72E9CF8-B708-442D-8C5E-C5865F5FF47C}" srcOrd="7" destOrd="0" parTransId="{145EC8AA-16C2-4827-B1A6-0575195E90E9}" sibTransId="{6D2344C3-363F-401C-AC8D-488C83F9623E}"/>
    <dgm:cxn modelId="{1B996BDB-9031-4A10-B050-FA9571F1E709}" srcId="{E38F1A02-91F2-457C-8603-4786C9307151}" destId="{773009CB-58F4-409E-B147-0462CADB99F2}" srcOrd="0" destOrd="0" parTransId="{80219E2C-7738-45DE-B88A-CCC93ABD4D5A}" sibTransId="{CFBA48B5-EDF2-4D5F-B019-C6C03C0C1500}"/>
    <dgm:cxn modelId="{6ECED2E1-CEA2-4E28-9A01-71EDF238ACC0}" srcId="{773009CB-58F4-409E-B147-0462CADB99F2}" destId="{2FC10888-D027-42A1-A3E5-9BD16BB55B07}" srcOrd="1" destOrd="0" parTransId="{8527B016-7071-4F41-960C-2CA4AC9AFBFE}" sibTransId="{B66C2DAA-698A-4F18-8E7D-7BAE089B9649}"/>
    <dgm:cxn modelId="{743526EB-95B0-468C-B1EE-083BA326024F}" type="presOf" srcId="{773009CB-58F4-409E-B147-0462CADB99F2}" destId="{D59E3E77-6D90-4CC3-949C-F6570A25E651}" srcOrd="0" destOrd="0" presId="urn:microsoft.com/office/officeart/2008/layout/LinedList"/>
    <dgm:cxn modelId="{51BBC1EC-5346-4441-9647-283C570E3EE8}" srcId="{773009CB-58F4-409E-B147-0462CADB99F2}" destId="{49548BD7-0F56-4B74-BAF2-D3706F09A8DB}" srcOrd="0" destOrd="0" parTransId="{B8EE061C-1504-408E-95CA-8471FA8FF098}" sibTransId="{7743F112-6BC1-47D8-A211-7128D2A67C03}"/>
    <dgm:cxn modelId="{11AB73A2-9710-4E5D-9699-598EA7662C3D}" type="presParOf" srcId="{985EE539-3629-41EA-9A45-4F89841ABFE8}" destId="{295D732A-9CBE-4BCB-82CF-EAAF4E079114}" srcOrd="0" destOrd="0" presId="urn:microsoft.com/office/officeart/2008/layout/LinedList"/>
    <dgm:cxn modelId="{F78A9AE3-A967-4F26-BE96-C3CD5D35FEC4}" type="presParOf" srcId="{985EE539-3629-41EA-9A45-4F89841ABFE8}" destId="{52606E0F-0777-4713-94A6-9A7A99535A50}" srcOrd="1" destOrd="0" presId="urn:microsoft.com/office/officeart/2008/layout/LinedList"/>
    <dgm:cxn modelId="{F6F7F620-3EC6-4D7A-B960-B46645EF8DF7}" type="presParOf" srcId="{52606E0F-0777-4713-94A6-9A7A99535A50}" destId="{D59E3E77-6D90-4CC3-949C-F6570A25E651}" srcOrd="0" destOrd="0" presId="urn:microsoft.com/office/officeart/2008/layout/LinedList"/>
    <dgm:cxn modelId="{3C744EBD-840B-4D07-8739-0A9D6E370E0B}" type="presParOf" srcId="{52606E0F-0777-4713-94A6-9A7A99535A50}" destId="{C9AB0EC6-A44D-4245-8179-19613EB7D36C}" srcOrd="1" destOrd="0" presId="urn:microsoft.com/office/officeart/2008/layout/LinedList"/>
    <dgm:cxn modelId="{622406F8-612F-4997-B2D9-D08A0457C034}" type="presParOf" srcId="{C9AB0EC6-A44D-4245-8179-19613EB7D36C}" destId="{140751BC-1EF9-48C9-B527-BC4CB572C0E3}" srcOrd="0" destOrd="0" presId="urn:microsoft.com/office/officeart/2008/layout/LinedList"/>
    <dgm:cxn modelId="{86497FBB-4EB5-4731-9B79-17AA2695EF29}" type="presParOf" srcId="{C9AB0EC6-A44D-4245-8179-19613EB7D36C}" destId="{FA1EBC5B-4729-4C74-B450-CD462BA68933}" srcOrd="1" destOrd="0" presId="urn:microsoft.com/office/officeart/2008/layout/LinedList"/>
    <dgm:cxn modelId="{9992B635-7A37-420A-A5EC-E333409D175E}" type="presParOf" srcId="{FA1EBC5B-4729-4C74-B450-CD462BA68933}" destId="{0EEEF610-7688-4E7B-8874-F486877EEBE7}" srcOrd="0" destOrd="0" presId="urn:microsoft.com/office/officeart/2008/layout/LinedList"/>
    <dgm:cxn modelId="{8B9E522E-6B59-4FE7-A66A-B4D24CE26D73}" type="presParOf" srcId="{FA1EBC5B-4729-4C74-B450-CD462BA68933}" destId="{EAEAA000-BCA7-4349-8831-8E251F54A7CC}" srcOrd="1" destOrd="0" presId="urn:microsoft.com/office/officeart/2008/layout/LinedList"/>
    <dgm:cxn modelId="{8C81CD3F-4C9C-4204-B110-9D2833EB0789}" type="presParOf" srcId="{FA1EBC5B-4729-4C74-B450-CD462BA68933}" destId="{2A065896-0469-4D5A-80D0-29B5DF40AA1F}" srcOrd="2" destOrd="0" presId="urn:microsoft.com/office/officeart/2008/layout/LinedList"/>
    <dgm:cxn modelId="{CA31C8E6-A5BA-45D8-A8B7-89A60A640623}" type="presParOf" srcId="{C9AB0EC6-A44D-4245-8179-19613EB7D36C}" destId="{6267B1C2-02DF-4201-B083-94977B1E8660}" srcOrd="2" destOrd="0" presId="urn:microsoft.com/office/officeart/2008/layout/LinedList"/>
    <dgm:cxn modelId="{F9F65F3D-8FDA-45DE-9851-491D808A8A0E}" type="presParOf" srcId="{C9AB0EC6-A44D-4245-8179-19613EB7D36C}" destId="{02FB7C21-B1C1-4D63-9173-9E4884408712}" srcOrd="3" destOrd="0" presId="urn:microsoft.com/office/officeart/2008/layout/LinedList"/>
    <dgm:cxn modelId="{598DFDE3-854A-4ADB-B5D3-685F9918600E}" type="presParOf" srcId="{C9AB0EC6-A44D-4245-8179-19613EB7D36C}" destId="{03A5BED5-4396-4073-A6DA-55280CA12621}" srcOrd="4" destOrd="0" presId="urn:microsoft.com/office/officeart/2008/layout/LinedList"/>
    <dgm:cxn modelId="{4CAEE65E-3D18-4405-9CCE-80E402F93BEB}" type="presParOf" srcId="{03A5BED5-4396-4073-A6DA-55280CA12621}" destId="{63931499-77FC-4A91-8120-DD1DC4FF74D3}" srcOrd="0" destOrd="0" presId="urn:microsoft.com/office/officeart/2008/layout/LinedList"/>
    <dgm:cxn modelId="{B9596E00-098E-4757-A469-8ECE851A9EFE}" type="presParOf" srcId="{03A5BED5-4396-4073-A6DA-55280CA12621}" destId="{1288047F-3D3C-43F9-9A21-AE047EA56085}" srcOrd="1" destOrd="0" presId="urn:microsoft.com/office/officeart/2008/layout/LinedList"/>
    <dgm:cxn modelId="{48B692D1-F69B-4D11-ADCB-43AF59C7ACB5}" type="presParOf" srcId="{03A5BED5-4396-4073-A6DA-55280CA12621}" destId="{0FFFF219-5A5B-42A4-AD77-C53043C6FC3C}" srcOrd="2" destOrd="0" presId="urn:microsoft.com/office/officeart/2008/layout/LinedList"/>
    <dgm:cxn modelId="{3CA1E091-5FAD-4AD7-8BB9-213AF04882F3}" type="presParOf" srcId="{C9AB0EC6-A44D-4245-8179-19613EB7D36C}" destId="{BEE8C754-C290-49BC-AC79-C079CFF0DA5B}" srcOrd="5" destOrd="0" presId="urn:microsoft.com/office/officeart/2008/layout/LinedList"/>
    <dgm:cxn modelId="{98768CC1-C8E9-42FE-90FB-B36947331604}" type="presParOf" srcId="{C9AB0EC6-A44D-4245-8179-19613EB7D36C}" destId="{F45C4E61-9627-4EE0-A7AF-B7B1BD67DF89}" srcOrd="6" destOrd="0" presId="urn:microsoft.com/office/officeart/2008/layout/LinedList"/>
    <dgm:cxn modelId="{0C44E246-8422-4A2C-A1BB-EDAE9B73F8FE}" type="presParOf" srcId="{C9AB0EC6-A44D-4245-8179-19613EB7D36C}" destId="{DC1423C8-1933-4950-85A5-E5EFFA0CF369}" srcOrd="7" destOrd="0" presId="urn:microsoft.com/office/officeart/2008/layout/LinedList"/>
    <dgm:cxn modelId="{25545443-DD1A-4914-9D14-4AC6A4F3A6E7}" type="presParOf" srcId="{DC1423C8-1933-4950-85A5-E5EFFA0CF369}" destId="{3950D1F8-64A5-4838-B97E-B38EBA4C2A66}" srcOrd="0" destOrd="0" presId="urn:microsoft.com/office/officeart/2008/layout/LinedList"/>
    <dgm:cxn modelId="{832B1464-93C7-4C49-9F5C-CCB1ED523CA6}" type="presParOf" srcId="{DC1423C8-1933-4950-85A5-E5EFFA0CF369}" destId="{6BCDBF1A-F870-41AB-8663-70A10469D03C}" srcOrd="1" destOrd="0" presId="urn:microsoft.com/office/officeart/2008/layout/LinedList"/>
    <dgm:cxn modelId="{6F03A029-7A98-4124-A283-B278E67F66B2}" type="presParOf" srcId="{DC1423C8-1933-4950-85A5-E5EFFA0CF369}" destId="{01D5AFC6-B8ED-4DF9-94AE-EF4FBF95D268}" srcOrd="2" destOrd="0" presId="urn:microsoft.com/office/officeart/2008/layout/LinedList"/>
    <dgm:cxn modelId="{BB7478F4-3B3D-4196-B98D-DA180B151994}" type="presParOf" srcId="{C9AB0EC6-A44D-4245-8179-19613EB7D36C}" destId="{197463E4-8835-40C2-8FD4-0F3A2D9F6F5F}" srcOrd="8" destOrd="0" presId="urn:microsoft.com/office/officeart/2008/layout/LinedList"/>
    <dgm:cxn modelId="{B1B9A66C-4BE2-4A92-A9C7-5AEF54C28506}" type="presParOf" srcId="{C9AB0EC6-A44D-4245-8179-19613EB7D36C}" destId="{12E9303E-C934-4B94-9BB5-37F916165127}" srcOrd="9" destOrd="0" presId="urn:microsoft.com/office/officeart/2008/layout/LinedList"/>
    <dgm:cxn modelId="{53DCD2CA-468F-43EB-B821-5EF5C7F3B09F}" type="presParOf" srcId="{C9AB0EC6-A44D-4245-8179-19613EB7D36C}" destId="{B31E9228-FB5D-4121-9131-50B89A0EFD07}" srcOrd="10" destOrd="0" presId="urn:microsoft.com/office/officeart/2008/layout/LinedList"/>
    <dgm:cxn modelId="{D78A398E-74E3-44AF-AAE7-CD8095906EC0}" type="presParOf" srcId="{B31E9228-FB5D-4121-9131-50B89A0EFD07}" destId="{934FA648-DC92-4CDB-A8DC-96B0B8679674}" srcOrd="0" destOrd="0" presId="urn:microsoft.com/office/officeart/2008/layout/LinedList"/>
    <dgm:cxn modelId="{21CC2BF9-1533-40EA-AF05-819E600631C7}" type="presParOf" srcId="{B31E9228-FB5D-4121-9131-50B89A0EFD07}" destId="{E38B2CFD-F50E-44E8-8CA4-0FD33964447F}" srcOrd="1" destOrd="0" presId="urn:microsoft.com/office/officeart/2008/layout/LinedList"/>
    <dgm:cxn modelId="{E688EDD3-CCC9-40DB-909E-2A30610E1909}" type="presParOf" srcId="{B31E9228-FB5D-4121-9131-50B89A0EFD07}" destId="{C09AB498-FE18-431F-B8D8-F404AA8F3EFC}" srcOrd="2" destOrd="0" presId="urn:microsoft.com/office/officeart/2008/layout/LinedList"/>
    <dgm:cxn modelId="{3D1B5737-F902-4440-9070-BAACCC8D825C}" type="presParOf" srcId="{C9AB0EC6-A44D-4245-8179-19613EB7D36C}" destId="{C9529A1A-A3CD-4184-95C8-0DC731B71503}" srcOrd="11" destOrd="0" presId="urn:microsoft.com/office/officeart/2008/layout/LinedList"/>
    <dgm:cxn modelId="{D5120F28-C568-4956-9266-B5746BDB806A}" type="presParOf" srcId="{C9AB0EC6-A44D-4245-8179-19613EB7D36C}" destId="{2BB7BD8C-1E60-45F0-80F2-EB4CBBE405D8}" srcOrd="12" destOrd="0" presId="urn:microsoft.com/office/officeart/2008/layout/LinedList"/>
    <dgm:cxn modelId="{AA5D81EE-A1DF-440E-A200-5771C9A34628}" type="presParOf" srcId="{C9AB0EC6-A44D-4245-8179-19613EB7D36C}" destId="{7BE15955-8852-4E4A-9FDD-BEEA77209653}" srcOrd="13" destOrd="0" presId="urn:microsoft.com/office/officeart/2008/layout/LinedList"/>
    <dgm:cxn modelId="{382D2F7B-3126-4E7F-95FC-326D13CB049B}" type="presParOf" srcId="{7BE15955-8852-4E4A-9FDD-BEEA77209653}" destId="{DEFB6EE8-7A42-4E87-A3DF-592673867940}" srcOrd="0" destOrd="0" presId="urn:microsoft.com/office/officeart/2008/layout/LinedList"/>
    <dgm:cxn modelId="{4A8FFBCD-8DB6-4EE3-8DE6-ABFF96F54BFF}" type="presParOf" srcId="{7BE15955-8852-4E4A-9FDD-BEEA77209653}" destId="{243E443E-28AC-4F64-BC39-A81E0EBE4F4D}" srcOrd="1" destOrd="0" presId="urn:microsoft.com/office/officeart/2008/layout/LinedList"/>
    <dgm:cxn modelId="{3F230F7B-2B01-4530-A6A1-319458CED21D}" type="presParOf" srcId="{7BE15955-8852-4E4A-9FDD-BEEA77209653}" destId="{4BDF9EDB-2898-4832-87A6-2C3E4083E5ED}" srcOrd="2" destOrd="0" presId="urn:microsoft.com/office/officeart/2008/layout/LinedList"/>
    <dgm:cxn modelId="{867A4714-4E49-4293-B80B-0A11354018FE}" type="presParOf" srcId="{C9AB0EC6-A44D-4245-8179-19613EB7D36C}" destId="{2794E749-25D5-49CB-BE01-136A8D0E4FF3}" srcOrd="14" destOrd="0" presId="urn:microsoft.com/office/officeart/2008/layout/LinedList"/>
    <dgm:cxn modelId="{DFFDB55A-0E44-4670-92CB-7A5CF4583749}" type="presParOf" srcId="{C9AB0EC6-A44D-4245-8179-19613EB7D36C}" destId="{2CE7E1AC-17AC-485A-8A2B-23E45D81058F}" srcOrd="15" destOrd="0" presId="urn:microsoft.com/office/officeart/2008/layout/LinedList"/>
    <dgm:cxn modelId="{0E989A60-09FB-4F2F-9DF7-4BA5CBAE8792}" type="presParOf" srcId="{C9AB0EC6-A44D-4245-8179-19613EB7D36C}" destId="{C493BDFB-0075-4A09-A5DF-E453899863D3}" srcOrd="16" destOrd="0" presId="urn:microsoft.com/office/officeart/2008/layout/LinedList"/>
    <dgm:cxn modelId="{4DFC89E8-7E6C-4162-97FF-E3B0EA9D3B65}" type="presParOf" srcId="{C493BDFB-0075-4A09-A5DF-E453899863D3}" destId="{EA503528-9322-4E22-83C2-D1E25E8CF2F9}" srcOrd="0" destOrd="0" presId="urn:microsoft.com/office/officeart/2008/layout/LinedList"/>
    <dgm:cxn modelId="{6D587485-76B0-4DF3-866B-57853EAAFB40}" type="presParOf" srcId="{C493BDFB-0075-4A09-A5DF-E453899863D3}" destId="{2F543E89-70F8-4C20-8517-E21E13B499BA}" srcOrd="1" destOrd="0" presId="urn:microsoft.com/office/officeart/2008/layout/LinedList"/>
    <dgm:cxn modelId="{9322D843-9F2D-4791-B8B0-4911346E796D}" type="presParOf" srcId="{C493BDFB-0075-4A09-A5DF-E453899863D3}" destId="{37C70ADF-A0E1-428E-924A-3458078E1A55}" srcOrd="2" destOrd="0" presId="urn:microsoft.com/office/officeart/2008/layout/LinedList"/>
    <dgm:cxn modelId="{EE0CC4B4-B481-4E0B-A0F5-37B56AA90A17}" type="presParOf" srcId="{C9AB0EC6-A44D-4245-8179-19613EB7D36C}" destId="{F067745C-80E4-4EAF-A862-384F3163E7A0}" srcOrd="17" destOrd="0" presId="urn:microsoft.com/office/officeart/2008/layout/LinedList"/>
    <dgm:cxn modelId="{21AAB320-CCDA-4201-9E2A-05EC0A160651}" type="presParOf" srcId="{C9AB0EC6-A44D-4245-8179-19613EB7D36C}" destId="{6C8499B5-3745-4E5B-84E3-2A6C9201C372}" srcOrd="18" destOrd="0" presId="urn:microsoft.com/office/officeart/2008/layout/LinedList"/>
    <dgm:cxn modelId="{D2FE46FB-992A-4F11-A4D3-D488A5624B71}" type="presParOf" srcId="{C9AB0EC6-A44D-4245-8179-19613EB7D36C}" destId="{59303A96-1EC0-4AE5-B3CA-6D9392735658}" srcOrd="19" destOrd="0" presId="urn:microsoft.com/office/officeart/2008/layout/LinedList"/>
    <dgm:cxn modelId="{10217928-153F-48F0-93FC-7513B37C57FE}" type="presParOf" srcId="{59303A96-1EC0-4AE5-B3CA-6D9392735658}" destId="{EF6B5AD0-C67A-45F9-A850-71A2B4DF6141}" srcOrd="0" destOrd="0" presId="urn:microsoft.com/office/officeart/2008/layout/LinedList"/>
    <dgm:cxn modelId="{1C26574C-7BC8-4176-874A-7430D812D1CB}" type="presParOf" srcId="{59303A96-1EC0-4AE5-B3CA-6D9392735658}" destId="{A4B8375E-516C-47C6-BB7D-6CD9BDF1C416}" srcOrd="1" destOrd="0" presId="urn:microsoft.com/office/officeart/2008/layout/LinedList"/>
    <dgm:cxn modelId="{26E692CB-6302-4714-A4ED-01D00D98615D}" type="presParOf" srcId="{59303A96-1EC0-4AE5-B3CA-6D9392735658}" destId="{F71B1E62-EBAB-4C93-A42B-2E2272E2B668}" srcOrd="2" destOrd="0" presId="urn:microsoft.com/office/officeart/2008/layout/LinedList"/>
    <dgm:cxn modelId="{61BBE716-1587-4629-82DD-6BFDEF5B6101}" type="presParOf" srcId="{C9AB0EC6-A44D-4245-8179-19613EB7D36C}" destId="{44C2CB5D-945B-4B14-A837-DF06E0712E1D}" srcOrd="20" destOrd="0" presId="urn:microsoft.com/office/officeart/2008/layout/LinedList"/>
    <dgm:cxn modelId="{0AB18333-56A6-4C12-A0D6-4B2C7F541B89}" type="presParOf" srcId="{C9AB0EC6-A44D-4245-8179-19613EB7D36C}" destId="{C90D6B92-4649-4561-920E-CEECC8F8C976}" srcOrd="21" destOrd="0" presId="urn:microsoft.com/office/officeart/2008/layout/LinedList"/>
    <dgm:cxn modelId="{A906B1FB-21F7-42B5-A8AD-96F5E56E4FF3}" type="presParOf" srcId="{C9AB0EC6-A44D-4245-8179-19613EB7D36C}" destId="{BE3D8755-42A3-43A6-ABB5-C3AD3A8EC3AB}" srcOrd="22" destOrd="0" presId="urn:microsoft.com/office/officeart/2008/layout/LinedList"/>
    <dgm:cxn modelId="{BBF4A584-9C45-4179-86CC-FA09EC673011}" type="presParOf" srcId="{BE3D8755-42A3-43A6-ABB5-C3AD3A8EC3AB}" destId="{59A962AB-F89F-4913-B7D0-7E25F8986F00}" srcOrd="0" destOrd="0" presId="urn:microsoft.com/office/officeart/2008/layout/LinedList"/>
    <dgm:cxn modelId="{CA95597E-3BE6-4AE1-947E-8A6E53E6AD0F}" type="presParOf" srcId="{BE3D8755-42A3-43A6-ABB5-C3AD3A8EC3AB}" destId="{9D1E7301-B61A-49C2-91FB-963ACE505494}" srcOrd="1" destOrd="0" presId="urn:microsoft.com/office/officeart/2008/layout/LinedList"/>
    <dgm:cxn modelId="{CA7EC245-3A98-466B-B3AF-AC2BF1E2F5C8}" type="presParOf" srcId="{BE3D8755-42A3-43A6-ABB5-C3AD3A8EC3AB}" destId="{034F6E38-3970-4592-A88C-EA9847AD61D4}" srcOrd="2" destOrd="0" presId="urn:microsoft.com/office/officeart/2008/layout/LinedList"/>
    <dgm:cxn modelId="{A1C47737-B640-497A-A263-7F05C0310433}" type="presParOf" srcId="{C9AB0EC6-A44D-4245-8179-19613EB7D36C}" destId="{6988A00D-8AA8-4566-A38D-1312AC58BA93}" srcOrd="23" destOrd="0" presId="urn:microsoft.com/office/officeart/2008/layout/LinedList"/>
    <dgm:cxn modelId="{7EC4BDEF-53C7-411E-A596-0FFDFFB31B2B}" type="presParOf" srcId="{C9AB0EC6-A44D-4245-8179-19613EB7D36C}" destId="{56C2D86A-B42C-45B5-A37D-981CAF8F8C83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AC6878-EFDC-4678-9FDE-597A618BC40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03C62A96-90FF-4F69-8CF3-C268D5C63606}">
      <dgm:prSet phldrT="[Text]"/>
      <dgm:spPr/>
      <dgm:t>
        <a:bodyPr/>
        <a:lstStyle/>
        <a:p>
          <a:r>
            <a:rPr lang="en-US" dirty="0"/>
            <a:t>Confidential industrial data </a:t>
          </a:r>
        </a:p>
      </dgm:t>
    </dgm:pt>
    <dgm:pt modelId="{264F5324-1122-4733-A436-D4670DBF6591}" type="parTrans" cxnId="{3F36106F-A2EB-4C04-82EB-C28D0234B843}">
      <dgm:prSet/>
      <dgm:spPr/>
      <dgm:t>
        <a:bodyPr/>
        <a:lstStyle/>
        <a:p>
          <a:endParaRPr lang="en-US"/>
        </a:p>
      </dgm:t>
    </dgm:pt>
    <dgm:pt modelId="{0DB52FFC-EA9D-47D7-A6F4-375300EB8F08}" type="sibTrans" cxnId="{3F36106F-A2EB-4C04-82EB-C28D0234B843}">
      <dgm:prSet/>
      <dgm:spPr/>
      <dgm:t>
        <a:bodyPr/>
        <a:lstStyle/>
        <a:p>
          <a:endParaRPr lang="en-US"/>
        </a:p>
      </dgm:t>
    </dgm:pt>
    <dgm:pt modelId="{7B3E2906-018C-4B8E-9181-B3EAFE259F94}">
      <dgm:prSet phldrT="[Text]"/>
      <dgm:spPr/>
      <dgm:t>
        <a:bodyPr/>
        <a:lstStyle/>
        <a:p>
          <a:r>
            <a:rPr lang="en-US" dirty="0"/>
            <a:t>MRPL Local Infrastructure </a:t>
          </a:r>
        </a:p>
      </dgm:t>
    </dgm:pt>
    <dgm:pt modelId="{DF5F429D-5751-49E1-B157-0AAC89EA7449}" type="parTrans" cxnId="{29A30773-03A4-441C-8B8C-B861675A5BCA}">
      <dgm:prSet/>
      <dgm:spPr/>
      <dgm:t>
        <a:bodyPr/>
        <a:lstStyle/>
        <a:p>
          <a:endParaRPr lang="en-US"/>
        </a:p>
      </dgm:t>
    </dgm:pt>
    <dgm:pt modelId="{C39F0873-507E-43AA-9600-B05885E1FC1E}" type="sibTrans" cxnId="{29A30773-03A4-441C-8B8C-B861675A5BCA}">
      <dgm:prSet/>
      <dgm:spPr/>
      <dgm:t>
        <a:bodyPr/>
        <a:lstStyle/>
        <a:p>
          <a:endParaRPr lang="en-US"/>
        </a:p>
      </dgm:t>
    </dgm:pt>
    <dgm:pt modelId="{40FA1D66-14D4-44FB-ADF2-1B886EAA0A47}">
      <dgm:prSet phldrT="[Text]"/>
      <dgm:spPr/>
      <dgm:t>
        <a:bodyPr/>
        <a:lstStyle/>
        <a:p>
          <a:r>
            <a:rPr lang="en-US" dirty="0"/>
            <a:t>Sovereign AI workbench </a:t>
          </a:r>
        </a:p>
      </dgm:t>
    </dgm:pt>
    <dgm:pt modelId="{A264AEE5-8AE6-4FCF-8136-ED37D2E23D0F}" type="parTrans" cxnId="{BF4331A0-0793-491A-85DE-E259E07A708F}">
      <dgm:prSet/>
      <dgm:spPr/>
      <dgm:t>
        <a:bodyPr/>
        <a:lstStyle/>
        <a:p>
          <a:endParaRPr lang="en-US"/>
        </a:p>
      </dgm:t>
    </dgm:pt>
    <dgm:pt modelId="{7E9B9833-742F-4E9D-BEBE-D2762E151B9D}" type="sibTrans" cxnId="{BF4331A0-0793-491A-85DE-E259E07A708F}">
      <dgm:prSet/>
      <dgm:spPr/>
      <dgm:t>
        <a:bodyPr/>
        <a:lstStyle/>
        <a:p>
          <a:endParaRPr lang="en-US"/>
        </a:p>
      </dgm:t>
    </dgm:pt>
    <dgm:pt modelId="{E74D0953-7780-4C27-B0A8-FF6DC62B29D3}">
      <dgm:prSet phldrT="[Text]"/>
      <dgm:spPr/>
      <dgm:t>
        <a:bodyPr/>
        <a:lstStyle/>
        <a:p>
          <a:r>
            <a:rPr lang="en-US" dirty="0"/>
            <a:t>Analysis / Decision Support / Generated Output</a:t>
          </a:r>
        </a:p>
      </dgm:t>
    </dgm:pt>
    <dgm:pt modelId="{AD65D3FE-AD49-4051-BDFA-72330A718052}" type="parTrans" cxnId="{EB8CCF52-D226-4FF6-8E55-512EAAB8DCC8}">
      <dgm:prSet/>
      <dgm:spPr/>
      <dgm:t>
        <a:bodyPr/>
        <a:lstStyle/>
        <a:p>
          <a:endParaRPr lang="en-US"/>
        </a:p>
      </dgm:t>
    </dgm:pt>
    <dgm:pt modelId="{E0CFE7B7-6D1E-4640-A239-A89315B78D79}" type="sibTrans" cxnId="{EB8CCF52-D226-4FF6-8E55-512EAAB8DCC8}">
      <dgm:prSet/>
      <dgm:spPr/>
      <dgm:t>
        <a:bodyPr/>
        <a:lstStyle/>
        <a:p>
          <a:endParaRPr lang="en-US"/>
        </a:p>
      </dgm:t>
    </dgm:pt>
    <dgm:pt modelId="{FC0BA42C-1A4A-4887-9BBE-270F73295855}" type="pres">
      <dgm:prSet presAssocID="{8CAC6878-EFDC-4678-9FDE-597A618BC40A}" presName="CompostProcess" presStyleCnt="0">
        <dgm:presLayoutVars>
          <dgm:dir/>
          <dgm:resizeHandles val="exact"/>
        </dgm:presLayoutVars>
      </dgm:prSet>
      <dgm:spPr/>
    </dgm:pt>
    <dgm:pt modelId="{B65FD6DE-6231-4FC8-98EA-9079706D9E9E}" type="pres">
      <dgm:prSet presAssocID="{8CAC6878-EFDC-4678-9FDE-597A618BC40A}" presName="arrow" presStyleLbl="bgShp" presStyleIdx="0" presStyleCnt="1" custLinFactNeighborX="20997" custLinFactNeighborY="-15987"/>
      <dgm:spPr/>
    </dgm:pt>
    <dgm:pt modelId="{9F7F19FA-D5FB-4E43-85E6-09B3734E02A0}" type="pres">
      <dgm:prSet presAssocID="{8CAC6878-EFDC-4678-9FDE-597A618BC40A}" presName="linearProcess" presStyleCnt="0"/>
      <dgm:spPr/>
    </dgm:pt>
    <dgm:pt modelId="{B746D8B2-C40F-49E6-923C-A9394272804D}" type="pres">
      <dgm:prSet presAssocID="{03C62A96-90FF-4F69-8CF3-C268D5C63606}" presName="textNode" presStyleLbl="node1" presStyleIdx="0" presStyleCnt="4">
        <dgm:presLayoutVars>
          <dgm:bulletEnabled val="1"/>
        </dgm:presLayoutVars>
      </dgm:prSet>
      <dgm:spPr/>
    </dgm:pt>
    <dgm:pt modelId="{D9EB44C1-6ACB-44E9-B4FF-69AC6BFEFBDE}" type="pres">
      <dgm:prSet presAssocID="{0DB52FFC-EA9D-47D7-A6F4-375300EB8F08}" presName="sibTrans" presStyleCnt="0"/>
      <dgm:spPr/>
    </dgm:pt>
    <dgm:pt modelId="{4D384558-52B7-431F-834B-DE5062934F6C}" type="pres">
      <dgm:prSet presAssocID="{7B3E2906-018C-4B8E-9181-B3EAFE259F94}" presName="textNode" presStyleLbl="node1" presStyleIdx="1" presStyleCnt="4">
        <dgm:presLayoutVars>
          <dgm:bulletEnabled val="1"/>
        </dgm:presLayoutVars>
      </dgm:prSet>
      <dgm:spPr/>
    </dgm:pt>
    <dgm:pt modelId="{FCA99812-A3E8-401D-B388-9D9CEF6D9AE1}" type="pres">
      <dgm:prSet presAssocID="{C39F0873-507E-43AA-9600-B05885E1FC1E}" presName="sibTrans" presStyleCnt="0"/>
      <dgm:spPr/>
    </dgm:pt>
    <dgm:pt modelId="{1F00AA24-EE6D-41C9-A15B-E61715016FED}" type="pres">
      <dgm:prSet presAssocID="{40FA1D66-14D4-44FB-ADF2-1B886EAA0A47}" presName="textNode" presStyleLbl="node1" presStyleIdx="2" presStyleCnt="4">
        <dgm:presLayoutVars>
          <dgm:bulletEnabled val="1"/>
        </dgm:presLayoutVars>
      </dgm:prSet>
      <dgm:spPr/>
    </dgm:pt>
    <dgm:pt modelId="{B0E9809A-9371-45F9-8DB8-85B4932ADAC6}" type="pres">
      <dgm:prSet presAssocID="{7E9B9833-742F-4E9D-BEBE-D2762E151B9D}" presName="sibTrans" presStyleCnt="0"/>
      <dgm:spPr/>
    </dgm:pt>
    <dgm:pt modelId="{E7E17ABC-449F-4465-870B-D0F33B4FB15D}" type="pres">
      <dgm:prSet presAssocID="{E74D0953-7780-4C27-B0A8-FF6DC62B29D3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1134A80A-459C-48EB-AD49-2EA2925A568A}" type="presOf" srcId="{E74D0953-7780-4C27-B0A8-FF6DC62B29D3}" destId="{E7E17ABC-449F-4465-870B-D0F33B4FB15D}" srcOrd="0" destOrd="0" presId="urn:microsoft.com/office/officeart/2005/8/layout/hProcess9"/>
    <dgm:cxn modelId="{FA487A0C-CB72-4E5F-A0BA-C024E514BC00}" type="presOf" srcId="{7B3E2906-018C-4B8E-9181-B3EAFE259F94}" destId="{4D384558-52B7-431F-834B-DE5062934F6C}" srcOrd="0" destOrd="0" presId="urn:microsoft.com/office/officeart/2005/8/layout/hProcess9"/>
    <dgm:cxn modelId="{3F36106F-A2EB-4C04-82EB-C28D0234B843}" srcId="{8CAC6878-EFDC-4678-9FDE-597A618BC40A}" destId="{03C62A96-90FF-4F69-8CF3-C268D5C63606}" srcOrd="0" destOrd="0" parTransId="{264F5324-1122-4733-A436-D4670DBF6591}" sibTransId="{0DB52FFC-EA9D-47D7-A6F4-375300EB8F08}"/>
    <dgm:cxn modelId="{EB8CCF52-D226-4FF6-8E55-512EAAB8DCC8}" srcId="{8CAC6878-EFDC-4678-9FDE-597A618BC40A}" destId="{E74D0953-7780-4C27-B0A8-FF6DC62B29D3}" srcOrd="3" destOrd="0" parTransId="{AD65D3FE-AD49-4051-BDFA-72330A718052}" sibTransId="{E0CFE7B7-6D1E-4640-A239-A89315B78D79}"/>
    <dgm:cxn modelId="{29A30773-03A4-441C-8B8C-B861675A5BCA}" srcId="{8CAC6878-EFDC-4678-9FDE-597A618BC40A}" destId="{7B3E2906-018C-4B8E-9181-B3EAFE259F94}" srcOrd="1" destOrd="0" parTransId="{DF5F429D-5751-49E1-B157-0AAC89EA7449}" sibTransId="{C39F0873-507E-43AA-9600-B05885E1FC1E}"/>
    <dgm:cxn modelId="{C70E7456-3528-4B2B-9189-3D0B183B0BC5}" type="presOf" srcId="{8CAC6878-EFDC-4678-9FDE-597A618BC40A}" destId="{FC0BA42C-1A4A-4887-9BBE-270F73295855}" srcOrd="0" destOrd="0" presId="urn:microsoft.com/office/officeart/2005/8/layout/hProcess9"/>
    <dgm:cxn modelId="{BF4331A0-0793-491A-85DE-E259E07A708F}" srcId="{8CAC6878-EFDC-4678-9FDE-597A618BC40A}" destId="{40FA1D66-14D4-44FB-ADF2-1B886EAA0A47}" srcOrd="2" destOrd="0" parTransId="{A264AEE5-8AE6-4FCF-8136-ED37D2E23D0F}" sibTransId="{7E9B9833-742F-4E9D-BEBE-D2762E151B9D}"/>
    <dgm:cxn modelId="{87B98AA9-F901-4371-8CC0-ECF41071CFBB}" type="presOf" srcId="{40FA1D66-14D4-44FB-ADF2-1B886EAA0A47}" destId="{1F00AA24-EE6D-41C9-A15B-E61715016FED}" srcOrd="0" destOrd="0" presId="urn:microsoft.com/office/officeart/2005/8/layout/hProcess9"/>
    <dgm:cxn modelId="{F011E7F9-9A31-4C51-BB99-0C874A23ECA0}" type="presOf" srcId="{03C62A96-90FF-4F69-8CF3-C268D5C63606}" destId="{B746D8B2-C40F-49E6-923C-A9394272804D}" srcOrd="0" destOrd="0" presId="urn:microsoft.com/office/officeart/2005/8/layout/hProcess9"/>
    <dgm:cxn modelId="{4D2F71B0-81A7-4B5C-84FF-89404F90DE47}" type="presParOf" srcId="{FC0BA42C-1A4A-4887-9BBE-270F73295855}" destId="{B65FD6DE-6231-4FC8-98EA-9079706D9E9E}" srcOrd="0" destOrd="0" presId="urn:microsoft.com/office/officeart/2005/8/layout/hProcess9"/>
    <dgm:cxn modelId="{109FC27E-1E35-404F-8DC7-53A61961F824}" type="presParOf" srcId="{FC0BA42C-1A4A-4887-9BBE-270F73295855}" destId="{9F7F19FA-D5FB-4E43-85E6-09B3734E02A0}" srcOrd="1" destOrd="0" presId="urn:microsoft.com/office/officeart/2005/8/layout/hProcess9"/>
    <dgm:cxn modelId="{6D159B97-76FC-404C-B51F-0AAFAE78C344}" type="presParOf" srcId="{9F7F19FA-D5FB-4E43-85E6-09B3734E02A0}" destId="{B746D8B2-C40F-49E6-923C-A9394272804D}" srcOrd="0" destOrd="0" presId="urn:microsoft.com/office/officeart/2005/8/layout/hProcess9"/>
    <dgm:cxn modelId="{AB6F9F5E-581C-4DB8-B998-6457E131F7BA}" type="presParOf" srcId="{9F7F19FA-D5FB-4E43-85E6-09B3734E02A0}" destId="{D9EB44C1-6ACB-44E9-B4FF-69AC6BFEFBDE}" srcOrd="1" destOrd="0" presId="urn:microsoft.com/office/officeart/2005/8/layout/hProcess9"/>
    <dgm:cxn modelId="{A9DA4144-3AD7-4A8B-8C6E-CD7D734D3022}" type="presParOf" srcId="{9F7F19FA-D5FB-4E43-85E6-09B3734E02A0}" destId="{4D384558-52B7-431F-834B-DE5062934F6C}" srcOrd="2" destOrd="0" presId="urn:microsoft.com/office/officeart/2005/8/layout/hProcess9"/>
    <dgm:cxn modelId="{65061C3F-96A9-4829-B971-AF8893C09CF3}" type="presParOf" srcId="{9F7F19FA-D5FB-4E43-85E6-09B3734E02A0}" destId="{FCA99812-A3E8-401D-B388-9D9CEF6D9AE1}" srcOrd="3" destOrd="0" presId="urn:microsoft.com/office/officeart/2005/8/layout/hProcess9"/>
    <dgm:cxn modelId="{F719B484-705B-4F55-A7EE-5F9BEA33F2ED}" type="presParOf" srcId="{9F7F19FA-D5FB-4E43-85E6-09B3734E02A0}" destId="{1F00AA24-EE6D-41C9-A15B-E61715016FED}" srcOrd="4" destOrd="0" presId="urn:microsoft.com/office/officeart/2005/8/layout/hProcess9"/>
    <dgm:cxn modelId="{A77B4488-783C-4E32-86A4-7AB14DB4C0F8}" type="presParOf" srcId="{9F7F19FA-D5FB-4E43-85E6-09B3734E02A0}" destId="{B0E9809A-9371-45F9-8DB8-85B4932ADAC6}" srcOrd="5" destOrd="0" presId="urn:microsoft.com/office/officeart/2005/8/layout/hProcess9"/>
    <dgm:cxn modelId="{10E2FE7D-8A35-48C4-AB0E-2E826A1C23F1}" type="presParOf" srcId="{9F7F19FA-D5FB-4E43-85E6-09B3734E02A0}" destId="{E7E17ABC-449F-4465-870B-D0F33B4FB15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CE20B4-7CEC-4713-8887-5D3DF35A9A3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836295-182E-4F42-B203-38A6A67E4E47}">
      <dgm:prSet phldrT="[Text]" custT="1"/>
      <dgm:spPr/>
      <dgm:t>
        <a:bodyPr/>
        <a:lstStyle/>
        <a:p>
          <a:r>
            <a:rPr lang="en-US" sz="1200" b="1" dirty="0"/>
            <a:t>OUR INNOVATION =AI AGENTS +MULTIODAL +  LOCAL KNOWLEDGE + SOVEREIGNITY </a:t>
          </a:r>
        </a:p>
        <a:p>
          <a:endParaRPr lang="en-US" sz="1200" b="1" dirty="0"/>
        </a:p>
      </dgm:t>
    </dgm:pt>
    <dgm:pt modelId="{3CC0144E-6760-4347-9A74-2E07B7A57D85}" type="parTrans" cxnId="{18450CB3-3587-4B95-8789-B76C3798937F}">
      <dgm:prSet/>
      <dgm:spPr/>
      <dgm:t>
        <a:bodyPr/>
        <a:lstStyle/>
        <a:p>
          <a:endParaRPr lang="en-US"/>
        </a:p>
      </dgm:t>
    </dgm:pt>
    <dgm:pt modelId="{4E14D438-5718-4B95-8824-92C4154F994E}" type="sibTrans" cxnId="{18450CB3-3587-4B95-8789-B76C3798937F}">
      <dgm:prSet/>
      <dgm:spPr/>
      <dgm:t>
        <a:bodyPr/>
        <a:lstStyle/>
        <a:p>
          <a:endParaRPr lang="en-US"/>
        </a:p>
      </dgm:t>
    </dgm:pt>
    <dgm:pt modelId="{A3D255E4-5A9E-4F50-8B8D-76BA87C58767}">
      <dgm:prSet phldrT="[Text]" custT="1"/>
      <dgm:spPr/>
      <dgm:t>
        <a:bodyPr/>
        <a:lstStyle/>
        <a:p>
          <a:r>
            <a:rPr lang="en-US" sz="1200" b="1" dirty="0"/>
            <a:t>INTELLIGENT MODEL ROUTING </a:t>
          </a:r>
        </a:p>
        <a:p>
          <a:r>
            <a:rPr lang="en-US" sz="1200" b="1" dirty="0"/>
            <a:t>Different tasks -&gt;appropriate local AI models </a:t>
          </a:r>
        </a:p>
        <a:p>
          <a:r>
            <a:rPr lang="en-US" sz="1200" b="1" dirty="0"/>
            <a:t>                                </a:t>
          </a:r>
        </a:p>
      </dgm:t>
    </dgm:pt>
    <dgm:pt modelId="{A7585786-C53A-4FA1-BF03-7B80358881DC}" type="parTrans" cxnId="{C51F506F-5410-41E0-A38E-47C23C4B8C59}">
      <dgm:prSet/>
      <dgm:spPr/>
      <dgm:t>
        <a:bodyPr/>
        <a:lstStyle/>
        <a:p>
          <a:endParaRPr lang="en-US"/>
        </a:p>
      </dgm:t>
    </dgm:pt>
    <dgm:pt modelId="{257C29C7-C6DE-46E2-88F0-0D0F9D9E5D29}" type="sibTrans" cxnId="{C51F506F-5410-41E0-A38E-47C23C4B8C59}">
      <dgm:prSet/>
      <dgm:spPr/>
      <dgm:t>
        <a:bodyPr/>
        <a:lstStyle/>
        <a:p>
          <a:endParaRPr lang="en-US"/>
        </a:p>
      </dgm:t>
    </dgm:pt>
    <dgm:pt modelId="{90476547-888A-42CB-891F-4FDAA421C422}">
      <dgm:prSet phldrT="[Text]" custT="1"/>
      <dgm:spPr/>
      <dgm:t>
        <a:bodyPr/>
        <a:lstStyle/>
        <a:p>
          <a:r>
            <a:rPr lang="en-US" sz="1200" b="1" dirty="0"/>
            <a:t>AGENTIC EXECUTION</a:t>
          </a:r>
        </a:p>
        <a:p>
          <a:r>
            <a:rPr lang="en-US" sz="1200" b="1" dirty="0"/>
            <a:t>AI doesn’t just answer –it can plan -&gt;use tools -&gt;execute -&gt; verify -&gt; deliver </a:t>
          </a:r>
        </a:p>
      </dgm:t>
    </dgm:pt>
    <dgm:pt modelId="{FEBB8D06-2137-4EB5-825A-B9A36181B340}" type="parTrans" cxnId="{496F3BBD-FE92-4756-88A2-AE97C34C42A8}">
      <dgm:prSet/>
      <dgm:spPr/>
      <dgm:t>
        <a:bodyPr/>
        <a:lstStyle/>
        <a:p>
          <a:endParaRPr lang="en-US"/>
        </a:p>
      </dgm:t>
    </dgm:pt>
    <dgm:pt modelId="{6C62FE98-ADB9-40A4-8280-7E231E533EA6}" type="sibTrans" cxnId="{496F3BBD-FE92-4756-88A2-AE97C34C42A8}">
      <dgm:prSet/>
      <dgm:spPr/>
      <dgm:t>
        <a:bodyPr/>
        <a:lstStyle/>
        <a:p>
          <a:endParaRPr lang="en-US"/>
        </a:p>
      </dgm:t>
    </dgm:pt>
    <dgm:pt modelId="{EDAFAFAB-251F-49D0-80EC-912019B19642}">
      <dgm:prSet phldrT="[Text]" custT="1"/>
      <dgm:spPr/>
      <dgm:t>
        <a:bodyPr/>
        <a:lstStyle/>
        <a:p>
          <a:r>
            <a:rPr lang="en-US" sz="1200" b="1" dirty="0"/>
            <a:t>SOVEREIGN KNOWLEDGE BASE</a:t>
          </a:r>
        </a:p>
        <a:p>
          <a:r>
            <a:rPr lang="en-US" sz="1200" b="1" dirty="0"/>
            <a:t>MRPL’s internal documents can be searched locally through RAG.</a:t>
          </a:r>
        </a:p>
        <a:p>
          <a:endParaRPr lang="en-US" sz="1200" b="1" dirty="0"/>
        </a:p>
      </dgm:t>
    </dgm:pt>
    <dgm:pt modelId="{7EA30BB5-E1B6-4197-909B-307F08A30D08}" type="parTrans" cxnId="{06192C0A-BFE9-4EBB-A393-45D62A1C57B8}">
      <dgm:prSet/>
      <dgm:spPr/>
      <dgm:t>
        <a:bodyPr/>
        <a:lstStyle/>
        <a:p>
          <a:endParaRPr lang="en-US"/>
        </a:p>
      </dgm:t>
    </dgm:pt>
    <dgm:pt modelId="{0206AA33-EADE-439D-B782-061EF9F1AAEF}" type="sibTrans" cxnId="{06192C0A-BFE9-4EBB-A393-45D62A1C57B8}">
      <dgm:prSet/>
      <dgm:spPr/>
      <dgm:t>
        <a:bodyPr/>
        <a:lstStyle/>
        <a:p>
          <a:endParaRPr lang="en-US"/>
        </a:p>
      </dgm:t>
    </dgm:pt>
    <dgm:pt modelId="{51F4E68C-6C35-4157-A99A-511BB2624872}">
      <dgm:prSet phldrT="[Text]" custT="1"/>
      <dgm:spPr/>
      <dgm:t>
        <a:bodyPr/>
        <a:lstStyle/>
        <a:p>
          <a:r>
            <a:rPr lang="en-US" sz="1200" b="1" dirty="0"/>
            <a:t>VERIFIABLE AI</a:t>
          </a:r>
        </a:p>
        <a:p>
          <a:r>
            <a:rPr lang="en-US" sz="1200" b="1" dirty="0"/>
            <a:t>Actions , retrieved information and outputs can be logged for traceability and auditing. </a:t>
          </a:r>
        </a:p>
        <a:p>
          <a:r>
            <a:rPr lang="en-US" sz="1200" b="1" dirty="0"/>
            <a:t> </a:t>
          </a:r>
        </a:p>
      </dgm:t>
    </dgm:pt>
    <dgm:pt modelId="{44D77253-430F-4D8E-A4A8-1FF3D2F48077}" type="parTrans" cxnId="{53EC7F5B-4C7C-417B-996C-26415F2B88CF}">
      <dgm:prSet/>
      <dgm:spPr/>
      <dgm:t>
        <a:bodyPr/>
        <a:lstStyle/>
        <a:p>
          <a:endParaRPr lang="en-US"/>
        </a:p>
      </dgm:t>
    </dgm:pt>
    <dgm:pt modelId="{D8A3AD29-E556-4E65-8A71-59C2537CFA26}" type="sibTrans" cxnId="{53EC7F5B-4C7C-417B-996C-26415F2B88CF}">
      <dgm:prSet/>
      <dgm:spPr/>
      <dgm:t>
        <a:bodyPr/>
        <a:lstStyle/>
        <a:p>
          <a:endParaRPr lang="en-US"/>
        </a:p>
      </dgm:t>
    </dgm:pt>
    <dgm:pt modelId="{37775BA2-46AE-4E14-9EB8-99F4229B263B}">
      <dgm:prSet phldrT="[Text]"/>
      <dgm:spPr/>
      <dgm:t>
        <a:bodyPr/>
        <a:lstStyle/>
        <a:p>
          <a:endParaRPr lang="en-US" dirty="0"/>
        </a:p>
      </dgm:t>
    </dgm:pt>
    <dgm:pt modelId="{422B6036-A3AE-478C-A949-D7A0AB4CF143}" type="parTrans" cxnId="{CB8A858D-5B05-4036-80C5-FD7C0A519A15}">
      <dgm:prSet/>
      <dgm:spPr/>
      <dgm:t>
        <a:bodyPr/>
        <a:lstStyle/>
        <a:p>
          <a:endParaRPr lang="en-US"/>
        </a:p>
      </dgm:t>
    </dgm:pt>
    <dgm:pt modelId="{1622C178-4241-4265-963F-F25B115D8D96}" type="sibTrans" cxnId="{CB8A858D-5B05-4036-80C5-FD7C0A519A15}">
      <dgm:prSet/>
      <dgm:spPr/>
      <dgm:t>
        <a:bodyPr/>
        <a:lstStyle/>
        <a:p>
          <a:endParaRPr lang="en-US"/>
        </a:p>
      </dgm:t>
    </dgm:pt>
    <dgm:pt modelId="{165A5E11-71AB-453C-8BD9-B975F225AF71}">
      <dgm:prSet phldrT="[Text]" custT="1"/>
      <dgm:spPr/>
      <dgm:t>
        <a:bodyPr/>
        <a:lstStyle/>
        <a:p>
          <a:r>
            <a:rPr lang="en-US" sz="1200" b="1" dirty="0"/>
            <a:t>MUTIMODAL INDUSTRIAL AI </a:t>
          </a:r>
        </a:p>
        <a:p>
          <a:r>
            <a:rPr lang="en-US" sz="1200" b="1" dirty="0"/>
            <a:t>One platform can process text + scanned documents + images + engineering drawings.</a:t>
          </a:r>
        </a:p>
      </dgm:t>
    </dgm:pt>
    <dgm:pt modelId="{6D54A260-DA11-46CC-9654-9EE35932EA14}" type="sibTrans" cxnId="{A9AE96D0-F364-450F-801B-28E2A4D082AB}">
      <dgm:prSet/>
      <dgm:spPr/>
      <dgm:t>
        <a:bodyPr/>
        <a:lstStyle/>
        <a:p>
          <a:endParaRPr lang="en-US"/>
        </a:p>
      </dgm:t>
    </dgm:pt>
    <dgm:pt modelId="{C052AB99-4B90-4B7A-AA8E-8E34C91B2934}" type="parTrans" cxnId="{A9AE96D0-F364-450F-801B-28E2A4D082AB}">
      <dgm:prSet/>
      <dgm:spPr/>
      <dgm:t>
        <a:bodyPr/>
        <a:lstStyle/>
        <a:p>
          <a:endParaRPr lang="en-US"/>
        </a:p>
      </dgm:t>
    </dgm:pt>
    <dgm:pt modelId="{4F36E6BE-550C-4A57-A9F7-1AC5B79584B9}" type="pres">
      <dgm:prSet presAssocID="{FFCE20B4-7CEC-4713-8887-5D3DF35A9A36}" presName="vert0" presStyleCnt="0">
        <dgm:presLayoutVars>
          <dgm:dir/>
          <dgm:animOne val="branch"/>
          <dgm:animLvl val="lvl"/>
        </dgm:presLayoutVars>
      </dgm:prSet>
      <dgm:spPr/>
    </dgm:pt>
    <dgm:pt modelId="{63ADA067-F70D-4383-85F7-B10D51449B54}" type="pres">
      <dgm:prSet presAssocID="{38836295-182E-4F42-B203-38A6A67E4E47}" presName="thickLine" presStyleLbl="alignNode1" presStyleIdx="0" presStyleCnt="6"/>
      <dgm:spPr/>
    </dgm:pt>
    <dgm:pt modelId="{85405FA4-82BB-462E-9C1A-C9367BE6F40B}" type="pres">
      <dgm:prSet presAssocID="{38836295-182E-4F42-B203-38A6A67E4E47}" presName="horz1" presStyleCnt="0"/>
      <dgm:spPr/>
    </dgm:pt>
    <dgm:pt modelId="{31EC0006-AF4C-4D25-B156-45AD4E9A5F13}" type="pres">
      <dgm:prSet presAssocID="{38836295-182E-4F42-B203-38A6A67E4E47}" presName="tx1" presStyleLbl="revTx" presStyleIdx="0" presStyleCnt="7" custScaleX="496238"/>
      <dgm:spPr/>
    </dgm:pt>
    <dgm:pt modelId="{ACC1F474-3952-48EC-B72A-531280CED401}" type="pres">
      <dgm:prSet presAssocID="{38836295-182E-4F42-B203-38A6A67E4E47}" presName="vert1" presStyleCnt="0"/>
      <dgm:spPr/>
    </dgm:pt>
    <dgm:pt modelId="{2B08DD15-A864-40B3-AA5E-C891398EA909}" type="pres">
      <dgm:prSet presAssocID="{A3D255E4-5A9E-4F50-8B8D-76BA87C58767}" presName="thickLine" presStyleLbl="alignNode1" presStyleIdx="1" presStyleCnt="6"/>
      <dgm:spPr/>
    </dgm:pt>
    <dgm:pt modelId="{D276A874-1443-40E7-AAA8-59A6959261B4}" type="pres">
      <dgm:prSet presAssocID="{A3D255E4-5A9E-4F50-8B8D-76BA87C58767}" presName="horz1" presStyleCnt="0"/>
      <dgm:spPr/>
    </dgm:pt>
    <dgm:pt modelId="{052BC0DC-26D3-4E9F-B5C4-327319FE6751}" type="pres">
      <dgm:prSet presAssocID="{A3D255E4-5A9E-4F50-8B8D-76BA87C58767}" presName="tx1" presStyleLbl="revTx" presStyleIdx="1" presStyleCnt="7" custScaleX="500000"/>
      <dgm:spPr/>
    </dgm:pt>
    <dgm:pt modelId="{FBA871DF-6755-4A51-9C7B-844D484428D6}" type="pres">
      <dgm:prSet presAssocID="{A3D255E4-5A9E-4F50-8B8D-76BA87C58767}" presName="vert1" presStyleCnt="0"/>
      <dgm:spPr/>
    </dgm:pt>
    <dgm:pt modelId="{EF104411-5B4B-4D11-A97A-D01D339052A8}" type="pres">
      <dgm:prSet presAssocID="{90476547-888A-42CB-891F-4FDAA421C422}" presName="thickLine" presStyleLbl="alignNode1" presStyleIdx="2" presStyleCnt="6"/>
      <dgm:spPr/>
    </dgm:pt>
    <dgm:pt modelId="{0F285EEC-0204-42CE-9B26-D2E957AAAB33}" type="pres">
      <dgm:prSet presAssocID="{90476547-888A-42CB-891F-4FDAA421C422}" presName="horz1" presStyleCnt="0"/>
      <dgm:spPr/>
    </dgm:pt>
    <dgm:pt modelId="{176003E3-5077-4903-98B8-1A9F2DF24C5D}" type="pres">
      <dgm:prSet presAssocID="{90476547-888A-42CB-891F-4FDAA421C422}" presName="tx1" presStyleLbl="revTx" presStyleIdx="2" presStyleCnt="7" custScaleX="500000"/>
      <dgm:spPr/>
    </dgm:pt>
    <dgm:pt modelId="{04140D01-D7D1-45C0-960F-E54BE235CC84}" type="pres">
      <dgm:prSet presAssocID="{90476547-888A-42CB-891F-4FDAA421C422}" presName="vert1" presStyleCnt="0"/>
      <dgm:spPr/>
    </dgm:pt>
    <dgm:pt modelId="{6E142192-85E6-43DF-A914-4F8837BB9529}" type="pres">
      <dgm:prSet presAssocID="{165A5E11-71AB-453C-8BD9-B975F225AF71}" presName="thickLine" presStyleLbl="alignNode1" presStyleIdx="3" presStyleCnt="6"/>
      <dgm:spPr/>
    </dgm:pt>
    <dgm:pt modelId="{A2CEE62B-E228-46EB-B3A5-B1545920B66C}" type="pres">
      <dgm:prSet presAssocID="{165A5E11-71AB-453C-8BD9-B975F225AF71}" presName="horz1" presStyleCnt="0"/>
      <dgm:spPr/>
    </dgm:pt>
    <dgm:pt modelId="{D2338BC5-323D-411F-9451-6B669D4DAD18}" type="pres">
      <dgm:prSet presAssocID="{165A5E11-71AB-453C-8BD9-B975F225AF71}" presName="tx1" presStyleLbl="revTx" presStyleIdx="3" presStyleCnt="7" custScaleX="500000"/>
      <dgm:spPr/>
    </dgm:pt>
    <dgm:pt modelId="{08AD43BD-DCC1-49BE-81DA-0D14ACDE639E}" type="pres">
      <dgm:prSet presAssocID="{165A5E11-71AB-453C-8BD9-B975F225AF71}" presName="vert1" presStyleCnt="0"/>
      <dgm:spPr/>
    </dgm:pt>
    <dgm:pt modelId="{8AB23167-7683-4A92-B0DA-F9602B7593A7}" type="pres">
      <dgm:prSet presAssocID="{EDAFAFAB-251F-49D0-80EC-912019B19642}" presName="thickLine" presStyleLbl="alignNode1" presStyleIdx="4" presStyleCnt="6"/>
      <dgm:spPr/>
    </dgm:pt>
    <dgm:pt modelId="{1E070A44-3AB0-454C-AC32-904D342F9DE4}" type="pres">
      <dgm:prSet presAssocID="{EDAFAFAB-251F-49D0-80EC-912019B19642}" presName="horz1" presStyleCnt="0"/>
      <dgm:spPr/>
    </dgm:pt>
    <dgm:pt modelId="{2B18A166-26C5-4FA0-955A-EEB7D741AF09}" type="pres">
      <dgm:prSet presAssocID="{EDAFAFAB-251F-49D0-80EC-912019B19642}" presName="tx1" presStyleLbl="revTx" presStyleIdx="4" presStyleCnt="7" custScaleX="500000"/>
      <dgm:spPr/>
    </dgm:pt>
    <dgm:pt modelId="{B6A1DA8B-C793-4065-A9C5-2976DFB74D6B}" type="pres">
      <dgm:prSet presAssocID="{EDAFAFAB-251F-49D0-80EC-912019B19642}" presName="vert1" presStyleCnt="0"/>
      <dgm:spPr/>
    </dgm:pt>
    <dgm:pt modelId="{66D8D4EC-7058-49A0-9DEB-9443AE6E0643}" type="pres">
      <dgm:prSet presAssocID="{51F4E68C-6C35-4157-A99A-511BB2624872}" presName="thickLine" presStyleLbl="alignNode1" presStyleIdx="5" presStyleCnt="6"/>
      <dgm:spPr/>
    </dgm:pt>
    <dgm:pt modelId="{98209309-A265-4CB1-8DBF-47FFD73044EB}" type="pres">
      <dgm:prSet presAssocID="{51F4E68C-6C35-4157-A99A-511BB2624872}" presName="horz1" presStyleCnt="0"/>
      <dgm:spPr/>
    </dgm:pt>
    <dgm:pt modelId="{831424E9-480C-4F0A-8EE8-7F24ED667780}" type="pres">
      <dgm:prSet presAssocID="{51F4E68C-6C35-4157-A99A-511BB2624872}" presName="tx1" presStyleLbl="revTx" presStyleIdx="5" presStyleCnt="7" custScaleX="2000000" custScaleY="39193"/>
      <dgm:spPr/>
    </dgm:pt>
    <dgm:pt modelId="{E9742296-90EA-4206-BE75-3B822DB4C998}" type="pres">
      <dgm:prSet presAssocID="{51F4E68C-6C35-4157-A99A-511BB2624872}" presName="vert1" presStyleCnt="0"/>
      <dgm:spPr/>
    </dgm:pt>
    <dgm:pt modelId="{0BA7915F-3FFE-4E66-A3CD-294B5D93F2D6}" type="pres">
      <dgm:prSet presAssocID="{37775BA2-46AE-4E14-9EB8-99F4229B263B}" presName="vertSpace2a" presStyleCnt="0"/>
      <dgm:spPr/>
    </dgm:pt>
    <dgm:pt modelId="{F653E463-9190-421B-874D-52C4CF1034C4}" type="pres">
      <dgm:prSet presAssocID="{37775BA2-46AE-4E14-9EB8-99F4229B263B}" presName="horz2" presStyleCnt="0"/>
      <dgm:spPr/>
    </dgm:pt>
    <dgm:pt modelId="{15A02B3C-5D13-4690-975E-8156CEBA7E4B}" type="pres">
      <dgm:prSet presAssocID="{37775BA2-46AE-4E14-9EB8-99F4229B263B}" presName="horzSpace2" presStyleCnt="0"/>
      <dgm:spPr/>
    </dgm:pt>
    <dgm:pt modelId="{3FA7F5B7-944C-4DF5-92DD-BEC00A8B9C6B}" type="pres">
      <dgm:prSet presAssocID="{37775BA2-46AE-4E14-9EB8-99F4229B263B}" presName="tx2" presStyleLbl="revTx" presStyleIdx="6" presStyleCnt="7"/>
      <dgm:spPr/>
    </dgm:pt>
    <dgm:pt modelId="{E5D48743-DCB1-47EC-9841-DB13108AAE87}" type="pres">
      <dgm:prSet presAssocID="{37775BA2-46AE-4E14-9EB8-99F4229B263B}" presName="vert2" presStyleCnt="0"/>
      <dgm:spPr/>
    </dgm:pt>
    <dgm:pt modelId="{EAF70661-07CE-448D-8131-DDEDDAC68CE7}" type="pres">
      <dgm:prSet presAssocID="{37775BA2-46AE-4E14-9EB8-99F4229B263B}" presName="thinLine2b" presStyleLbl="callout" presStyleIdx="0" presStyleCnt="1"/>
      <dgm:spPr/>
    </dgm:pt>
    <dgm:pt modelId="{F33F88E6-4612-4A74-B1AF-DE3AAD0423A3}" type="pres">
      <dgm:prSet presAssocID="{37775BA2-46AE-4E14-9EB8-99F4229B263B}" presName="vertSpace2b" presStyleCnt="0"/>
      <dgm:spPr/>
    </dgm:pt>
  </dgm:ptLst>
  <dgm:cxnLst>
    <dgm:cxn modelId="{06192C0A-BFE9-4EBB-A393-45D62A1C57B8}" srcId="{FFCE20B4-7CEC-4713-8887-5D3DF35A9A36}" destId="{EDAFAFAB-251F-49D0-80EC-912019B19642}" srcOrd="4" destOrd="0" parTransId="{7EA30BB5-E1B6-4197-909B-307F08A30D08}" sibTransId="{0206AA33-EADE-439D-B782-061EF9F1AAEF}"/>
    <dgm:cxn modelId="{6AE41E1C-768B-4DE1-9648-09E98B7BE377}" type="presOf" srcId="{37775BA2-46AE-4E14-9EB8-99F4229B263B}" destId="{3FA7F5B7-944C-4DF5-92DD-BEC00A8B9C6B}" srcOrd="0" destOrd="0" presId="urn:microsoft.com/office/officeart/2008/layout/LinedList"/>
    <dgm:cxn modelId="{53EC7F5B-4C7C-417B-996C-26415F2B88CF}" srcId="{FFCE20B4-7CEC-4713-8887-5D3DF35A9A36}" destId="{51F4E68C-6C35-4157-A99A-511BB2624872}" srcOrd="5" destOrd="0" parTransId="{44D77253-430F-4D8E-A4A8-1FF3D2F48077}" sibTransId="{D8A3AD29-E556-4E65-8A71-59C2537CFA26}"/>
    <dgm:cxn modelId="{64697341-F3DD-4BA4-8AE2-D7DA95A45B2F}" type="presOf" srcId="{51F4E68C-6C35-4157-A99A-511BB2624872}" destId="{831424E9-480C-4F0A-8EE8-7F24ED667780}" srcOrd="0" destOrd="0" presId="urn:microsoft.com/office/officeart/2008/layout/LinedList"/>
    <dgm:cxn modelId="{C51F506F-5410-41E0-A38E-47C23C4B8C59}" srcId="{FFCE20B4-7CEC-4713-8887-5D3DF35A9A36}" destId="{A3D255E4-5A9E-4F50-8B8D-76BA87C58767}" srcOrd="1" destOrd="0" parTransId="{A7585786-C53A-4FA1-BF03-7B80358881DC}" sibTransId="{257C29C7-C6DE-46E2-88F0-0D0F9D9E5D29}"/>
    <dgm:cxn modelId="{00585A56-165D-4F5E-BE74-4BA2BC9BACAC}" type="presOf" srcId="{A3D255E4-5A9E-4F50-8B8D-76BA87C58767}" destId="{052BC0DC-26D3-4E9F-B5C4-327319FE6751}" srcOrd="0" destOrd="0" presId="urn:microsoft.com/office/officeart/2008/layout/LinedList"/>
    <dgm:cxn modelId="{329AE256-4135-496D-9D06-DD7E16F4C256}" type="presOf" srcId="{EDAFAFAB-251F-49D0-80EC-912019B19642}" destId="{2B18A166-26C5-4FA0-955A-EEB7D741AF09}" srcOrd="0" destOrd="0" presId="urn:microsoft.com/office/officeart/2008/layout/LinedList"/>
    <dgm:cxn modelId="{DA458080-6DE2-4A39-AEB3-58B1A9EE3214}" type="presOf" srcId="{38836295-182E-4F42-B203-38A6A67E4E47}" destId="{31EC0006-AF4C-4D25-B156-45AD4E9A5F13}" srcOrd="0" destOrd="0" presId="urn:microsoft.com/office/officeart/2008/layout/LinedList"/>
    <dgm:cxn modelId="{CB8A858D-5B05-4036-80C5-FD7C0A519A15}" srcId="{51F4E68C-6C35-4157-A99A-511BB2624872}" destId="{37775BA2-46AE-4E14-9EB8-99F4229B263B}" srcOrd="0" destOrd="0" parTransId="{422B6036-A3AE-478C-A949-D7A0AB4CF143}" sibTransId="{1622C178-4241-4265-963F-F25B115D8D96}"/>
    <dgm:cxn modelId="{C4D1C693-5D76-4F62-9280-6A85473C3BC4}" type="presOf" srcId="{165A5E11-71AB-453C-8BD9-B975F225AF71}" destId="{D2338BC5-323D-411F-9451-6B669D4DAD18}" srcOrd="0" destOrd="0" presId="urn:microsoft.com/office/officeart/2008/layout/LinedList"/>
    <dgm:cxn modelId="{18450CB3-3587-4B95-8789-B76C3798937F}" srcId="{FFCE20B4-7CEC-4713-8887-5D3DF35A9A36}" destId="{38836295-182E-4F42-B203-38A6A67E4E47}" srcOrd="0" destOrd="0" parTransId="{3CC0144E-6760-4347-9A74-2E07B7A57D85}" sibTransId="{4E14D438-5718-4B95-8824-92C4154F994E}"/>
    <dgm:cxn modelId="{496F3BBD-FE92-4756-88A2-AE97C34C42A8}" srcId="{FFCE20B4-7CEC-4713-8887-5D3DF35A9A36}" destId="{90476547-888A-42CB-891F-4FDAA421C422}" srcOrd="2" destOrd="0" parTransId="{FEBB8D06-2137-4EB5-825A-B9A36181B340}" sibTransId="{6C62FE98-ADB9-40A4-8280-7E231E533EA6}"/>
    <dgm:cxn modelId="{C02F24C9-C26A-4A28-8048-E75B4A22E68B}" type="presOf" srcId="{FFCE20B4-7CEC-4713-8887-5D3DF35A9A36}" destId="{4F36E6BE-550C-4A57-A9F7-1AC5B79584B9}" srcOrd="0" destOrd="0" presId="urn:microsoft.com/office/officeart/2008/layout/LinedList"/>
    <dgm:cxn modelId="{A9AE96D0-F364-450F-801B-28E2A4D082AB}" srcId="{FFCE20B4-7CEC-4713-8887-5D3DF35A9A36}" destId="{165A5E11-71AB-453C-8BD9-B975F225AF71}" srcOrd="3" destOrd="0" parTransId="{C052AB99-4B90-4B7A-AA8E-8E34C91B2934}" sibTransId="{6D54A260-DA11-46CC-9654-9EE35932EA14}"/>
    <dgm:cxn modelId="{0D9C5DEF-8AE9-431F-8DB4-D26348EB328D}" type="presOf" srcId="{90476547-888A-42CB-891F-4FDAA421C422}" destId="{176003E3-5077-4903-98B8-1A9F2DF24C5D}" srcOrd="0" destOrd="0" presId="urn:microsoft.com/office/officeart/2008/layout/LinedList"/>
    <dgm:cxn modelId="{B2DF47D5-11F4-41BA-BC03-5E93A7547903}" type="presParOf" srcId="{4F36E6BE-550C-4A57-A9F7-1AC5B79584B9}" destId="{63ADA067-F70D-4383-85F7-B10D51449B54}" srcOrd="0" destOrd="0" presId="urn:microsoft.com/office/officeart/2008/layout/LinedList"/>
    <dgm:cxn modelId="{EA10D589-713A-448F-96A3-D378C89A75A8}" type="presParOf" srcId="{4F36E6BE-550C-4A57-A9F7-1AC5B79584B9}" destId="{85405FA4-82BB-462E-9C1A-C9367BE6F40B}" srcOrd="1" destOrd="0" presId="urn:microsoft.com/office/officeart/2008/layout/LinedList"/>
    <dgm:cxn modelId="{6AF578CA-2B69-4B5B-AB79-C670771E2599}" type="presParOf" srcId="{85405FA4-82BB-462E-9C1A-C9367BE6F40B}" destId="{31EC0006-AF4C-4D25-B156-45AD4E9A5F13}" srcOrd="0" destOrd="0" presId="urn:microsoft.com/office/officeart/2008/layout/LinedList"/>
    <dgm:cxn modelId="{F81E2069-8B57-4152-AA1A-EF0369E422A3}" type="presParOf" srcId="{85405FA4-82BB-462E-9C1A-C9367BE6F40B}" destId="{ACC1F474-3952-48EC-B72A-531280CED401}" srcOrd="1" destOrd="0" presId="urn:microsoft.com/office/officeart/2008/layout/LinedList"/>
    <dgm:cxn modelId="{9A51CD38-404C-4018-94CD-65E207CD41C6}" type="presParOf" srcId="{4F36E6BE-550C-4A57-A9F7-1AC5B79584B9}" destId="{2B08DD15-A864-40B3-AA5E-C891398EA909}" srcOrd="2" destOrd="0" presId="urn:microsoft.com/office/officeart/2008/layout/LinedList"/>
    <dgm:cxn modelId="{7C56A2DE-2F59-4C9A-9D94-3FC459ED30D9}" type="presParOf" srcId="{4F36E6BE-550C-4A57-A9F7-1AC5B79584B9}" destId="{D276A874-1443-40E7-AAA8-59A6959261B4}" srcOrd="3" destOrd="0" presId="urn:microsoft.com/office/officeart/2008/layout/LinedList"/>
    <dgm:cxn modelId="{6082976C-09F4-49CC-B745-003EB2EB4C14}" type="presParOf" srcId="{D276A874-1443-40E7-AAA8-59A6959261B4}" destId="{052BC0DC-26D3-4E9F-B5C4-327319FE6751}" srcOrd="0" destOrd="0" presId="urn:microsoft.com/office/officeart/2008/layout/LinedList"/>
    <dgm:cxn modelId="{68770136-494F-44F1-B05C-6219C1AA2C15}" type="presParOf" srcId="{D276A874-1443-40E7-AAA8-59A6959261B4}" destId="{FBA871DF-6755-4A51-9C7B-844D484428D6}" srcOrd="1" destOrd="0" presId="urn:microsoft.com/office/officeart/2008/layout/LinedList"/>
    <dgm:cxn modelId="{0E4ACD19-60B4-4DA4-B392-E0E840187DF8}" type="presParOf" srcId="{4F36E6BE-550C-4A57-A9F7-1AC5B79584B9}" destId="{EF104411-5B4B-4D11-A97A-D01D339052A8}" srcOrd="4" destOrd="0" presId="urn:microsoft.com/office/officeart/2008/layout/LinedList"/>
    <dgm:cxn modelId="{B92CF33B-A5AA-4580-8D4D-08330D39B74A}" type="presParOf" srcId="{4F36E6BE-550C-4A57-A9F7-1AC5B79584B9}" destId="{0F285EEC-0204-42CE-9B26-D2E957AAAB33}" srcOrd="5" destOrd="0" presId="urn:microsoft.com/office/officeart/2008/layout/LinedList"/>
    <dgm:cxn modelId="{421F215B-74B6-429A-94FA-2D49EC4E920A}" type="presParOf" srcId="{0F285EEC-0204-42CE-9B26-D2E957AAAB33}" destId="{176003E3-5077-4903-98B8-1A9F2DF24C5D}" srcOrd="0" destOrd="0" presId="urn:microsoft.com/office/officeart/2008/layout/LinedList"/>
    <dgm:cxn modelId="{8C728026-3D27-4C51-8A85-86EC25CFFFF6}" type="presParOf" srcId="{0F285EEC-0204-42CE-9B26-D2E957AAAB33}" destId="{04140D01-D7D1-45C0-960F-E54BE235CC84}" srcOrd="1" destOrd="0" presId="urn:microsoft.com/office/officeart/2008/layout/LinedList"/>
    <dgm:cxn modelId="{92369F30-D8BA-45AA-B33D-0756106CFDD6}" type="presParOf" srcId="{4F36E6BE-550C-4A57-A9F7-1AC5B79584B9}" destId="{6E142192-85E6-43DF-A914-4F8837BB9529}" srcOrd="6" destOrd="0" presId="urn:microsoft.com/office/officeart/2008/layout/LinedList"/>
    <dgm:cxn modelId="{FC0B6868-91D4-4E98-8E7B-9CEA658B53E3}" type="presParOf" srcId="{4F36E6BE-550C-4A57-A9F7-1AC5B79584B9}" destId="{A2CEE62B-E228-46EB-B3A5-B1545920B66C}" srcOrd="7" destOrd="0" presId="urn:microsoft.com/office/officeart/2008/layout/LinedList"/>
    <dgm:cxn modelId="{CB63279E-1879-40D0-A664-73BB24F422A9}" type="presParOf" srcId="{A2CEE62B-E228-46EB-B3A5-B1545920B66C}" destId="{D2338BC5-323D-411F-9451-6B669D4DAD18}" srcOrd="0" destOrd="0" presId="urn:microsoft.com/office/officeart/2008/layout/LinedList"/>
    <dgm:cxn modelId="{1E318A86-F736-4420-8E22-D13B02296B55}" type="presParOf" srcId="{A2CEE62B-E228-46EB-B3A5-B1545920B66C}" destId="{08AD43BD-DCC1-49BE-81DA-0D14ACDE639E}" srcOrd="1" destOrd="0" presId="urn:microsoft.com/office/officeart/2008/layout/LinedList"/>
    <dgm:cxn modelId="{354E7C5D-168F-4BFD-9394-5C11709986C3}" type="presParOf" srcId="{4F36E6BE-550C-4A57-A9F7-1AC5B79584B9}" destId="{8AB23167-7683-4A92-B0DA-F9602B7593A7}" srcOrd="8" destOrd="0" presId="urn:microsoft.com/office/officeart/2008/layout/LinedList"/>
    <dgm:cxn modelId="{41D0DA31-5C33-4718-8384-A75D198DF7C9}" type="presParOf" srcId="{4F36E6BE-550C-4A57-A9F7-1AC5B79584B9}" destId="{1E070A44-3AB0-454C-AC32-904D342F9DE4}" srcOrd="9" destOrd="0" presId="urn:microsoft.com/office/officeart/2008/layout/LinedList"/>
    <dgm:cxn modelId="{FAA43CB4-80C8-4E86-9165-9B880D241C7D}" type="presParOf" srcId="{1E070A44-3AB0-454C-AC32-904D342F9DE4}" destId="{2B18A166-26C5-4FA0-955A-EEB7D741AF09}" srcOrd="0" destOrd="0" presId="urn:microsoft.com/office/officeart/2008/layout/LinedList"/>
    <dgm:cxn modelId="{78E91742-74A9-4055-A245-55E94DD2CFF2}" type="presParOf" srcId="{1E070A44-3AB0-454C-AC32-904D342F9DE4}" destId="{B6A1DA8B-C793-4065-A9C5-2976DFB74D6B}" srcOrd="1" destOrd="0" presId="urn:microsoft.com/office/officeart/2008/layout/LinedList"/>
    <dgm:cxn modelId="{C94516D5-2D33-499F-97AC-D55DCDD23F0F}" type="presParOf" srcId="{4F36E6BE-550C-4A57-A9F7-1AC5B79584B9}" destId="{66D8D4EC-7058-49A0-9DEB-9443AE6E0643}" srcOrd="10" destOrd="0" presId="urn:microsoft.com/office/officeart/2008/layout/LinedList"/>
    <dgm:cxn modelId="{68967B9E-96C3-4FD9-9C47-1CF8A420CCF0}" type="presParOf" srcId="{4F36E6BE-550C-4A57-A9F7-1AC5B79584B9}" destId="{98209309-A265-4CB1-8DBF-47FFD73044EB}" srcOrd="11" destOrd="0" presId="urn:microsoft.com/office/officeart/2008/layout/LinedList"/>
    <dgm:cxn modelId="{7C3280B8-F6B7-48F8-92DC-453D90565A5A}" type="presParOf" srcId="{98209309-A265-4CB1-8DBF-47FFD73044EB}" destId="{831424E9-480C-4F0A-8EE8-7F24ED667780}" srcOrd="0" destOrd="0" presId="urn:microsoft.com/office/officeart/2008/layout/LinedList"/>
    <dgm:cxn modelId="{270E0DF1-F31D-4423-BFBE-C79316C82DE3}" type="presParOf" srcId="{98209309-A265-4CB1-8DBF-47FFD73044EB}" destId="{E9742296-90EA-4206-BE75-3B822DB4C998}" srcOrd="1" destOrd="0" presId="urn:microsoft.com/office/officeart/2008/layout/LinedList"/>
    <dgm:cxn modelId="{EF86E580-DF38-44E2-9AF1-8BF214F5EC15}" type="presParOf" srcId="{E9742296-90EA-4206-BE75-3B822DB4C998}" destId="{0BA7915F-3FFE-4E66-A3CD-294B5D93F2D6}" srcOrd="0" destOrd="0" presId="urn:microsoft.com/office/officeart/2008/layout/LinedList"/>
    <dgm:cxn modelId="{6A7D201E-DF46-40E7-B2D0-70C3E8AB8FD5}" type="presParOf" srcId="{E9742296-90EA-4206-BE75-3B822DB4C998}" destId="{F653E463-9190-421B-874D-52C4CF1034C4}" srcOrd="1" destOrd="0" presId="urn:microsoft.com/office/officeart/2008/layout/LinedList"/>
    <dgm:cxn modelId="{96AB11D4-B330-4325-A012-2CB7BD1AED5C}" type="presParOf" srcId="{F653E463-9190-421B-874D-52C4CF1034C4}" destId="{15A02B3C-5D13-4690-975E-8156CEBA7E4B}" srcOrd="0" destOrd="0" presId="urn:microsoft.com/office/officeart/2008/layout/LinedList"/>
    <dgm:cxn modelId="{89B0D7A6-58DF-4F8F-BD63-8AA31B61DFB1}" type="presParOf" srcId="{F653E463-9190-421B-874D-52C4CF1034C4}" destId="{3FA7F5B7-944C-4DF5-92DD-BEC00A8B9C6B}" srcOrd="1" destOrd="0" presId="urn:microsoft.com/office/officeart/2008/layout/LinedList"/>
    <dgm:cxn modelId="{83DB9509-C42F-4906-9573-1100C8324C2B}" type="presParOf" srcId="{F653E463-9190-421B-874D-52C4CF1034C4}" destId="{E5D48743-DCB1-47EC-9841-DB13108AAE87}" srcOrd="2" destOrd="0" presId="urn:microsoft.com/office/officeart/2008/layout/LinedList"/>
    <dgm:cxn modelId="{FE2BDFA6-6752-4460-8F68-CC7C1767511E}" type="presParOf" srcId="{E9742296-90EA-4206-BE75-3B822DB4C998}" destId="{EAF70661-07CE-448D-8131-DDEDDAC68CE7}" srcOrd="2" destOrd="0" presId="urn:microsoft.com/office/officeart/2008/layout/LinedList"/>
    <dgm:cxn modelId="{6A23E802-7EA8-4DC3-930A-18EACD828FC2}" type="presParOf" srcId="{E9742296-90EA-4206-BE75-3B822DB4C998}" destId="{F33F88E6-4612-4A74-B1AF-DE3AAD0423A3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326077-A042-445C-9082-10C9DE558FCE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1363E5-AAB8-49C0-A046-A6037B4C4054}">
      <dgm:prSet phldrT="[Text]"/>
      <dgm:spPr/>
      <dgm:t>
        <a:bodyPr/>
        <a:lstStyle/>
        <a:p>
          <a:r>
            <a:rPr lang="en-US" dirty="0"/>
            <a:t>INPUT ( INDUSTRIAL DATA) </a:t>
          </a:r>
        </a:p>
      </dgm:t>
    </dgm:pt>
    <dgm:pt modelId="{6AF99490-602C-448D-992D-72D430F299DC}" type="parTrans" cxnId="{195C4190-C698-437F-8C6C-D6165C6FC62F}">
      <dgm:prSet/>
      <dgm:spPr/>
      <dgm:t>
        <a:bodyPr/>
        <a:lstStyle/>
        <a:p>
          <a:endParaRPr lang="en-US"/>
        </a:p>
      </dgm:t>
    </dgm:pt>
    <dgm:pt modelId="{E0F39E0C-A4CD-41B1-8EE2-F089D59594A9}" type="sibTrans" cxnId="{195C4190-C698-437F-8C6C-D6165C6FC62F}">
      <dgm:prSet/>
      <dgm:spPr/>
      <dgm:t>
        <a:bodyPr/>
        <a:lstStyle/>
        <a:p>
          <a:endParaRPr lang="en-US"/>
        </a:p>
      </dgm:t>
    </dgm:pt>
    <dgm:pt modelId="{D4794398-BEFA-462B-AC64-CE8408EE2CB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u="sng" dirty="0"/>
            <a:t>DOCUMENTS REPORTS , SOPs , MANUAL ,MAILS </a:t>
          </a:r>
        </a:p>
      </dgm:t>
    </dgm:pt>
    <dgm:pt modelId="{C986C6C0-C28B-4142-B87C-3EF15A190B93}" type="parTrans" cxnId="{D50BA2CD-6762-425C-8F6D-F4609FBEA1DB}">
      <dgm:prSet/>
      <dgm:spPr/>
      <dgm:t>
        <a:bodyPr/>
        <a:lstStyle/>
        <a:p>
          <a:endParaRPr lang="en-US"/>
        </a:p>
      </dgm:t>
    </dgm:pt>
    <dgm:pt modelId="{FE3F816B-4409-4710-98F4-8D5A3AB454F0}" type="sibTrans" cxnId="{D50BA2CD-6762-425C-8F6D-F4609FBEA1DB}">
      <dgm:prSet/>
      <dgm:spPr/>
      <dgm:t>
        <a:bodyPr/>
        <a:lstStyle/>
        <a:p>
          <a:endParaRPr lang="en-US"/>
        </a:p>
      </dgm:t>
    </dgm:pt>
    <dgm:pt modelId="{9949D71F-1E97-411F-B311-7085725526A6}">
      <dgm:prSet phldrT="[Text]"/>
      <dgm:spPr/>
      <dgm:t>
        <a:bodyPr/>
        <a:lstStyle/>
        <a:p>
          <a:r>
            <a:rPr lang="en-US" dirty="0"/>
            <a:t>UNDERSTAND ( MULTIMODAL UNDERSTANDING)</a:t>
          </a:r>
        </a:p>
      </dgm:t>
    </dgm:pt>
    <dgm:pt modelId="{01BF873A-0A20-40E3-AC39-6855388365C8}" type="parTrans" cxnId="{24FD420A-1FDB-4C0E-BC4D-96D1F11C0895}">
      <dgm:prSet/>
      <dgm:spPr/>
      <dgm:t>
        <a:bodyPr/>
        <a:lstStyle/>
        <a:p>
          <a:endParaRPr lang="en-US"/>
        </a:p>
      </dgm:t>
    </dgm:pt>
    <dgm:pt modelId="{9716ED74-37DE-42E5-9201-73688EC1A7E2}" type="sibTrans" cxnId="{24FD420A-1FDB-4C0E-BC4D-96D1F11C0895}">
      <dgm:prSet/>
      <dgm:spPr/>
      <dgm:t>
        <a:bodyPr/>
        <a:lstStyle/>
        <a:p>
          <a:endParaRPr lang="en-US"/>
        </a:p>
      </dgm:t>
    </dgm:pt>
    <dgm:pt modelId="{7C12BC8D-1433-49E3-ADA2-2AD08D5AB3D4}">
      <dgm:prSet phldrT="[Text]"/>
      <dgm:spPr/>
      <dgm:t>
        <a:bodyPr/>
        <a:lstStyle/>
        <a:p>
          <a:r>
            <a:rPr lang="en-US" dirty="0"/>
            <a:t>EXECUTE (local AI + tools )</a:t>
          </a:r>
        </a:p>
      </dgm:t>
    </dgm:pt>
    <dgm:pt modelId="{80DFC58C-0848-4119-B7E9-57E371E5BC8C}" type="parTrans" cxnId="{CF291C46-1F38-4543-B0CE-DFBA3BA287AD}">
      <dgm:prSet/>
      <dgm:spPr/>
      <dgm:t>
        <a:bodyPr/>
        <a:lstStyle/>
        <a:p>
          <a:endParaRPr lang="en-US"/>
        </a:p>
      </dgm:t>
    </dgm:pt>
    <dgm:pt modelId="{D9D03607-10FD-4EB2-A272-C3E75C2EE01E}" type="sibTrans" cxnId="{CF291C46-1F38-4543-B0CE-DFBA3BA287AD}">
      <dgm:prSet/>
      <dgm:spPr/>
      <dgm:t>
        <a:bodyPr/>
        <a:lstStyle/>
        <a:p>
          <a:endParaRPr lang="en-US"/>
        </a:p>
      </dgm:t>
    </dgm:pt>
    <dgm:pt modelId="{731C9F80-D707-4EAF-A390-CFD7A6177FC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u="sng" dirty="0"/>
            <a:t>IMAGES</a:t>
          </a:r>
          <a:r>
            <a:rPr lang="en-US" sz="1800" b="1" dirty="0"/>
            <a:t> (PHOTOS, DIAGRAMS , DRAWINGS) </a:t>
          </a:r>
        </a:p>
      </dgm:t>
    </dgm:pt>
    <dgm:pt modelId="{8F8B4C1B-82E4-4C19-AEFE-0E725F113C55}" type="parTrans" cxnId="{E3E361D1-0EE6-465C-8710-61F66BC48BF8}">
      <dgm:prSet/>
      <dgm:spPr/>
      <dgm:t>
        <a:bodyPr/>
        <a:lstStyle/>
        <a:p>
          <a:endParaRPr lang="en-US"/>
        </a:p>
      </dgm:t>
    </dgm:pt>
    <dgm:pt modelId="{82348BAE-9353-4012-85B0-973DFEE8B573}" type="sibTrans" cxnId="{E3E361D1-0EE6-465C-8710-61F66BC48BF8}">
      <dgm:prSet/>
      <dgm:spPr/>
      <dgm:t>
        <a:bodyPr/>
        <a:lstStyle/>
        <a:p>
          <a:endParaRPr lang="en-US"/>
        </a:p>
      </dgm:t>
    </dgm:pt>
    <dgm:pt modelId="{0A12E0A4-0E24-4549-86B9-85A3A8EA2B4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u="sng" dirty="0"/>
            <a:t>SCANNED PDFs ( </a:t>
          </a:r>
          <a:r>
            <a:rPr lang="en-US" sz="1800" b="1" dirty="0"/>
            <a:t>SCANS, HANDWRITTEN NOTES )</a:t>
          </a:r>
        </a:p>
      </dgm:t>
    </dgm:pt>
    <dgm:pt modelId="{63F2F68B-9D73-4CA5-9CF9-07FBAE6E02A8}" type="parTrans" cxnId="{F02C2914-C557-4C32-8CC2-D274B0FBD592}">
      <dgm:prSet/>
      <dgm:spPr/>
      <dgm:t>
        <a:bodyPr/>
        <a:lstStyle/>
        <a:p>
          <a:endParaRPr lang="en-US"/>
        </a:p>
      </dgm:t>
    </dgm:pt>
    <dgm:pt modelId="{5BBC57A4-2DBB-43F2-B687-018EAB8B2382}" type="sibTrans" cxnId="{F02C2914-C557-4C32-8CC2-D274B0FBD592}">
      <dgm:prSet/>
      <dgm:spPr/>
      <dgm:t>
        <a:bodyPr/>
        <a:lstStyle/>
        <a:p>
          <a:endParaRPr lang="en-US"/>
        </a:p>
      </dgm:t>
    </dgm:pt>
    <dgm:pt modelId="{756F4F05-6ABD-4389-A440-F0CFCB08E8C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1" u="sng" dirty="0"/>
            <a:t>USER REQUESTS </a:t>
          </a:r>
          <a:r>
            <a:rPr lang="en-US" sz="1800" b="1" dirty="0"/>
            <a:t>(QUESTIONS , TASKS , INSTRUCTIONS)</a:t>
          </a:r>
        </a:p>
      </dgm:t>
    </dgm:pt>
    <dgm:pt modelId="{DE446092-50C2-4EA3-B637-BDCF0B85C283}" type="parTrans" cxnId="{D432F3E9-BA9D-403E-B7E4-97CFCCAAD2E3}">
      <dgm:prSet/>
      <dgm:spPr/>
      <dgm:t>
        <a:bodyPr/>
        <a:lstStyle/>
        <a:p>
          <a:endParaRPr lang="en-US"/>
        </a:p>
      </dgm:t>
    </dgm:pt>
    <dgm:pt modelId="{28FEE937-76B2-4D0B-81BE-D28CD6C9AA86}" type="sibTrans" cxnId="{D432F3E9-BA9D-403E-B7E4-97CFCCAAD2E3}">
      <dgm:prSet/>
      <dgm:spPr/>
      <dgm:t>
        <a:bodyPr/>
        <a:lstStyle/>
        <a:p>
          <a:endParaRPr lang="en-US"/>
        </a:p>
      </dgm:t>
    </dgm:pt>
    <dgm:pt modelId="{B65FA47C-471F-4293-8C38-93EB37A73E1A}">
      <dgm:prSet phldrT="[Text]" custT="1"/>
      <dgm:spPr/>
      <dgm:t>
        <a:bodyPr/>
        <a:lstStyle/>
        <a:p>
          <a:r>
            <a:rPr lang="en-US" sz="1600" b="1" u="sng" dirty="0"/>
            <a:t>OCR </a:t>
          </a:r>
          <a:r>
            <a:rPr lang="en-US" sz="1600" b="1" dirty="0"/>
            <a:t>(EXTRACT TEXT FROM SCANNED DOCUMENTS)</a:t>
          </a:r>
        </a:p>
      </dgm:t>
    </dgm:pt>
    <dgm:pt modelId="{931A271B-1CD1-4D1F-9E8A-47F7A3E4307C}" type="parTrans" cxnId="{D2BC47B6-7294-41D9-B361-68E73162DBF5}">
      <dgm:prSet/>
      <dgm:spPr/>
      <dgm:t>
        <a:bodyPr/>
        <a:lstStyle/>
        <a:p>
          <a:endParaRPr lang="en-US"/>
        </a:p>
      </dgm:t>
    </dgm:pt>
    <dgm:pt modelId="{015D2E2C-72F4-46FE-B359-41324857E9E6}" type="sibTrans" cxnId="{D2BC47B6-7294-41D9-B361-68E73162DBF5}">
      <dgm:prSet/>
      <dgm:spPr/>
      <dgm:t>
        <a:bodyPr/>
        <a:lstStyle/>
        <a:p>
          <a:endParaRPr lang="en-US"/>
        </a:p>
      </dgm:t>
    </dgm:pt>
    <dgm:pt modelId="{7EE806DC-5BCC-4ED3-82B4-91967DC98EE3}">
      <dgm:prSet phldrT="[Text]" custT="1"/>
      <dgm:spPr/>
      <dgm:t>
        <a:bodyPr/>
        <a:lstStyle/>
        <a:p>
          <a:r>
            <a:rPr lang="en-US" sz="1600" b="1" u="sng" dirty="0"/>
            <a:t>VISION</a:t>
          </a:r>
          <a:r>
            <a:rPr lang="en-US" sz="1600" b="1" dirty="0"/>
            <a:t> ( UNDERSTANDING IMAGES , DRAWING , DIAGRAM )</a:t>
          </a:r>
        </a:p>
      </dgm:t>
    </dgm:pt>
    <dgm:pt modelId="{F1F7E568-DD3D-4073-85E7-80782E21CDBD}" type="parTrans" cxnId="{06E608DA-8593-4366-9F72-0E898924BBA6}">
      <dgm:prSet/>
      <dgm:spPr/>
      <dgm:t>
        <a:bodyPr/>
        <a:lstStyle/>
        <a:p>
          <a:endParaRPr lang="en-US"/>
        </a:p>
      </dgm:t>
    </dgm:pt>
    <dgm:pt modelId="{225317E3-3F0F-44A3-8EB4-9DD9D7A4A509}" type="sibTrans" cxnId="{06E608DA-8593-4366-9F72-0E898924BBA6}">
      <dgm:prSet/>
      <dgm:spPr/>
      <dgm:t>
        <a:bodyPr/>
        <a:lstStyle/>
        <a:p>
          <a:endParaRPr lang="en-US"/>
        </a:p>
      </dgm:t>
    </dgm:pt>
    <dgm:pt modelId="{2F69C0F8-4F5A-4FC8-B31A-486350D73F2C}">
      <dgm:prSet phldrT="[Text]" custT="1"/>
      <dgm:spPr/>
      <dgm:t>
        <a:bodyPr/>
        <a:lstStyle/>
        <a:p>
          <a:r>
            <a:rPr lang="en-US" sz="1600" b="1" u="sng" dirty="0"/>
            <a:t>DOCUMENT</a:t>
          </a:r>
          <a:r>
            <a:rPr lang="en-US" sz="1600" b="1" dirty="0"/>
            <a:t> </a:t>
          </a:r>
          <a:r>
            <a:rPr lang="en-US" sz="1600" b="1" u="sng" dirty="0"/>
            <a:t>PAPER</a:t>
          </a:r>
          <a:r>
            <a:rPr lang="en-US" sz="1600" b="1" dirty="0"/>
            <a:t> (STRUCTURE AND ORGANIZE INFORMATION)</a:t>
          </a:r>
        </a:p>
      </dgm:t>
    </dgm:pt>
    <dgm:pt modelId="{47BA5E73-C8F1-4472-A042-9CECE1FCCC33}" type="parTrans" cxnId="{FEE23D19-F1B7-4BF1-9E33-01F105FC0288}">
      <dgm:prSet/>
      <dgm:spPr/>
      <dgm:t>
        <a:bodyPr/>
        <a:lstStyle/>
        <a:p>
          <a:endParaRPr lang="en-US"/>
        </a:p>
      </dgm:t>
    </dgm:pt>
    <dgm:pt modelId="{71303341-2275-40B7-8DA4-5BF6788FC476}" type="sibTrans" cxnId="{FEE23D19-F1B7-4BF1-9E33-01F105FC0288}">
      <dgm:prSet/>
      <dgm:spPr/>
      <dgm:t>
        <a:bodyPr/>
        <a:lstStyle/>
        <a:p>
          <a:endParaRPr lang="en-US"/>
        </a:p>
      </dgm:t>
    </dgm:pt>
    <dgm:pt modelId="{2762D6BE-46EC-488D-9445-2C1A58A24E42}">
      <dgm:prSet phldrT="[Text]"/>
      <dgm:spPr/>
      <dgm:t>
        <a:bodyPr/>
        <a:lstStyle/>
        <a:p>
          <a:r>
            <a:rPr lang="en-US" dirty="0"/>
            <a:t>PLAN AND ROUTE </a:t>
          </a:r>
        </a:p>
      </dgm:t>
    </dgm:pt>
    <dgm:pt modelId="{2731D490-DBD7-45A5-82C1-6F2256A98F8A}" type="parTrans" cxnId="{AC043C82-5EA2-4900-9199-A3E3752225D9}">
      <dgm:prSet/>
      <dgm:spPr/>
      <dgm:t>
        <a:bodyPr/>
        <a:lstStyle/>
        <a:p>
          <a:endParaRPr lang="en-US"/>
        </a:p>
      </dgm:t>
    </dgm:pt>
    <dgm:pt modelId="{8A8695EB-1ABF-49DD-8094-2EC7D1541677}" type="sibTrans" cxnId="{AC043C82-5EA2-4900-9199-A3E3752225D9}">
      <dgm:prSet/>
      <dgm:spPr/>
      <dgm:t>
        <a:bodyPr/>
        <a:lstStyle/>
        <a:p>
          <a:endParaRPr lang="en-US"/>
        </a:p>
      </dgm:t>
    </dgm:pt>
    <dgm:pt modelId="{1142FA7A-D6FB-4750-B6B8-7AFF55387898}">
      <dgm:prSet phldrT="[Text]" custT="1"/>
      <dgm:spPr/>
      <dgm:t>
        <a:bodyPr/>
        <a:lstStyle/>
        <a:p>
          <a:r>
            <a:rPr lang="en-US" sz="1600" b="1" u="sng" dirty="0"/>
            <a:t>STRUCTURED</a:t>
          </a:r>
          <a:r>
            <a:rPr lang="en-US" sz="1600" b="1" dirty="0"/>
            <a:t> </a:t>
          </a:r>
          <a:r>
            <a:rPr lang="en-US" sz="1600" b="1" u="sng" dirty="0"/>
            <a:t>INFORMATION</a:t>
          </a:r>
        </a:p>
      </dgm:t>
    </dgm:pt>
    <dgm:pt modelId="{9F94CD52-A5AD-4E91-8E3C-2808C2B09F4E}" type="parTrans" cxnId="{616B8A80-753B-4EC9-8BFA-ED45679AB217}">
      <dgm:prSet/>
      <dgm:spPr/>
      <dgm:t>
        <a:bodyPr/>
        <a:lstStyle/>
        <a:p>
          <a:endParaRPr lang="en-US"/>
        </a:p>
      </dgm:t>
    </dgm:pt>
    <dgm:pt modelId="{2AE05130-B294-48A3-8B98-F4852E9B91EE}" type="sibTrans" cxnId="{616B8A80-753B-4EC9-8BFA-ED45679AB217}">
      <dgm:prSet/>
      <dgm:spPr/>
      <dgm:t>
        <a:bodyPr/>
        <a:lstStyle/>
        <a:p>
          <a:endParaRPr lang="en-US"/>
        </a:p>
      </dgm:t>
    </dgm:pt>
    <dgm:pt modelId="{A131AE36-5505-4C11-9A53-4E5EB75EE0F5}">
      <dgm:prSet phldrT="[Text]" custT="1"/>
      <dgm:spPr/>
      <dgm:t>
        <a:bodyPr/>
        <a:lstStyle/>
        <a:p>
          <a:r>
            <a:rPr lang="en-US" sz="1400" b="1" u="sng" dirty="0"/>
            <a:t>AI</a:t>
          </a:r>
          <a:r>
            <a:rPr lang="en-US" sz="1400" b="1" dirty="0"/>
            <a:t> </a:t>
          </a:r>
          <a:r>
            <a:rPr lang="en-US" sz="1400" b="1" u="sng" dirty="0"/>
            <a:t>AGENT</a:t>
          </a:r>
          <a:r>
            <a:rPr lang="en-US" sz="1400" b="1" dirty="0"/>
            <a:t> (understands , plans , decides , orchestrates )</a:t>
          </a:r>
        </a:p>
      </dgm:t>
    </dgm:pt>
    <dgm:pt modelId="{077CED5E-8A35-4CE8-AF5F-961A5C6A682D}" type="parTrans" cxnId="{4A368489-5803-41A9-81D7-DFEF1C85711C}">
      <dgm:prSet/>
      <dgm:spPr/>
      <dgm:t>
        <a:bodyPr/>
        <a:lstStyle/>
        <a:p>
          <a:endParaRPr lang="en-US"/>
        </a:p>
      </dgm:t>
    </dgm:pt>
    <dgm:pt modelId="{BE4D03D9-EB32-488D-83C1-422F71D4E6A4}" type="sibTrans" cxnId="{4A368489-5803-41A9-81D7-DFEF1C85711C}">
      <dgm:prSet/>
      <dgm:spPr/>
      <dgm:t>
        <a:bodyPr/>
        <a:lstStyle/>
        <a:p>
          <a:endParaRPr lang="en-US"/>
        </a:p>
      </dgm:t>
    </dgm:pt>
    <dgm:pt modelId="{184D5CBD-9580-4C00-B00F-A3113BDDB460}">
      <dgm:prSet phldrT="[Text]" custT="1"/>
      <dgm:spPr/>
      <dgm:t>
        <a:bodyPr/>
        <a:lstStyle/>
        <a:p>
          <a:r>
            <a:rPr lang="en-US" sz="1400" b="1" dirty="0"/>
            <a:t>Understand task </a:t>
          </a:r>
        </a:p>
      </dgm:t>
    </dgm:pt>
    <dgm:pt modelId="{0972DAD4-5C0A-4A6D-B216-7D111CEB1858}" type="parTrans" cxnId="{AE8E7398-AF5E-45FA-8487-DD795D11F79F}">
      <dgm:prSet/>
      <dgm:spPr/>
      <dgm:t>
        <a:bodyPr/>
        <a:lstStyle/>
        <a:p>
          <a:endParaRPr lang="en-US"/>
        </a:p>
      </dgm:t>
    </dgm:pt>
    <dgm:pt modelId="{77CF4C78-2F20-43D4-B917-0A18899874F2}" type="sibTrans" cxnId="{AE8E7398-AF5E-45FA-8487-DD795D11F79F}">
      <dgm:prSet/>
      <dgm:spPr/>
      <dgm:t>
        <a:bodyPr/>
        <a:lstStyle/>
        <a:p>
          <a:endParaRPr lang="en-US"/>
        </a:p>
      </dgm:t>
    </dgm:pt>
    <dgm:pt modelId="{67BE2ABE-4257-42C9-B06C-8B9181AC27A7}">
      <dgm:prSet phldrT="[Text]" custT="1"/>
      <dgm:spPr/>
      <dgm:t>
        <a:bodyPr/>
        <a:lstStyle/>
        <a:p>
          <a:r>
            <a:rPr lang="en-US" sz="1400" b="1" dirty="0"/>
            <a:t>Plan steps </a:t>
          </a:r>
        </a:p>
      </dgm:t>
    </dgm:pt>
    <dgm:pt modelId="{C8A64D6E-86CD-4DF6-B0B7-9B5C53EFAE93}" type="parTrans" cxnId="{ACC6D38C-9E59-4FD7-AC48-1082EA0714C0}">
      <dgm:prSet/>
      <dgm:spPr/>
      <dgm:t>
        <a:bodyPr/>
        <a:lstStyle/>
        <a:p>
          <a:endParaRPr lang="en-US"/>
        </a:p>
      </dgm:t>
    </dgm:pt>
    <dgm:pt modelId="{823E3309-A881-4696-999E-863234601D94}" type="sibTrans" cxnId="{ACC6D38C-9E59-4FD7-AC48-1082EA0714C0}">
      <dgm:prSet/>
      <dgm:spPr/>
      <dgm:t>
        <a:bodyPr/>
        <a:lstStyle/>
        <a:p>
          <a:endParaRPr lang="en-US"/>
        </a:p>
      </dgm:t>
    </dgm:pt>
    <dgm:pt modelId="{50C65B84-6FC7-46D5-A5F5-CDC0B7DA6BEC}">
      <dgm:prSet phldrT="[Text]" custT="1"/>
      <dgm:spPr/>
      <dgm:t>
        <a:bodyPr/>
        <a:lstStyle/>
        <a:p>
          <a:r>
            <a:rPr lang="en-US" sz="1400" b="1" dirty="0"/>
            <a:t>Select best model orchestrate tools</a:t>
          </a:r>
        </a:p>
      </dgm:t>
    </dgm:pt>
    <dgm:pt modelId="{89DBF873-75F8-43F6-8ACC-1389E8E4938A}" type="parTrans" cxnId="{9F56EA92-5445-436E-B7CB-26BDE71F8C5F}">
      <dgm:prSet/>
      <dgm:spPr/>
      <dgm:t>
        <a:bodyPr/>
        <a:lstStyle/>
        <a:p>
          <a:endParaRPr lang="en-US"/>
        </a:p>
      </dgm:t>
    </dgm:pt>
    <dgm:pt modelId="{066A278D-A5A1-4E0E-B658-FC8A71E1AF0F}" type="sibTrans" cxnId="{9F56EA92-5445-436E-B7CB-26BDE71F8C5F}">
      <dgm:prSet/>
      <dgm:spPr/>
      <dgm:t>
        <a:bodyPr/>
        <a:lstStyle/>
        <a:p>
          <a:endParaRPr lang="en-US"/>
        </a:p>
      </dgm:t>
    </dgm:pt>
    <dgm:pt modelId="{813D4D0C-F59F-43D1-998D-69710C81C722}">
      <dgm:prSet phldrT="[Text]" custT="1"/>
      <dgm:spPr/>
      <dgm:t>
        <a:bodyPr/>
        <a:lstStyle/>
        <a:p>
          <a:r>
            <a:rPr lang="en-US" sz="1400" b="1" dirty="0"/>
            <a:t>Model router</a:t>
          </a:r>
        </a:p>
      </dgm:t>
    </dgm:pt>
    <dgm:pt modelId="{0D97AC38-3185-418A-AFEE-B6C73216E74A}" type="parTrans" cxnId="{2FFF3ACE-18C6-4417-974F-DDC1EB95CE02}">
      <dgm:prSet/>
      <dgm:spPr/>
      <dgm:t>
        <a:bodyPr/>
        <a:lstStyle/>
        <a:p>
          <a:endParaRPr lang="en-US"/>
        </a:p>
      </dgm:t>
    </dgm:pt>
    <dgm:pt modelId="{7048608F-95D2-471A-95CF-4641C1CACEE4}" type="sibTrans" cxnId="{2FFF3ACE-18C6-4417-974F-DDC1EB95CE02}">
      <dgm:prSet/>
      <dgm:spPr/>
      <dgm:t>
        <a:bodyPr/>
        <a:lstStyle/>
        <a:p>
          <a:endParaRPr lang="en-US"/>
        </a:p>
      </dgm:t>
    </dgm:pt>
    <dgm:pt modelId="{91B49093-16EC-47A8-A4F7-C181BC6657FF}">
      <dgm:prSet phldrT="[Text]" custT="1"/>
      <dgm:spPr/>
      <dgm:t>
        <a:bodyPr/>
        <a:lstStyle/>
        <a:p>
          <a:r>
            <a:rPr lang="en-US" sz="1400" b="1" u="sng" dirty="0"/>
            <a:t>LOCAL</a:t>
          </a:r>
          <a:r>
            <a:rPr lang="en-US" sz="1400" b="1" dirty="0"/>
            <a:t> </a:t>
          </a:r>
          <a:r>
            <a:rPr lang="en-US" sz="1400" b="1" u="sng" dirty="0"/>
            <a:t>LLMs</a:t>
          </a:r>
          <a:r>
            <a:rPr lang="en-US" sz="1400" b="1" dirty="0"/>
            <a:t> (text reasoning and generation)</a:t>
          </a:r>
        </a:p>
      </dgm:t>
    </dgm:pt>
    <dgm:pt modelId="{2D763BE8-03AB-4C5C-8F32-ECF68C1EE4DB}" type="parTrans" cxnId="{3CC88E7E-7832-4891-A52E-67AFFD89BF44}">
      <dgm:prSet/>
      <dgm:spPr/>
      <dgm:t>
        <a:bodyPr/>
        <a:lstStyle/>
        <a:p>
          <a:endParaRPr lang="en-US"/>
        </a:p>
      </dgm:t>
    </dgm:pt>
    <dgm:pt modelId="{CBE858DE-AAD1-4BF5-B3D4-003A0AA9262A}" type="sibTrans" cxnId="{3CC88E7E-7832-4891-A52E-67AFFD89BF44}">
      <dgm:prSet/>
      <dgm:spPr/>
      <dgm:t>
        <a:bodyPr/>
        <a:lstStyle/>
        <a:p>
          <a:endParaRPr lang="en-US"/>
        </a:p>
      </dgm:t>
    </dgm:pt>
    <dgm:pt modelId="{0795674E-5396-4ACC-A82B-681ACB98488B}">
      <dgm:prSet phldrT="[Text]" custT="1"/>
      <dgm:spPr/>
      <dgm:t>
        <a:bodyPr/>
        <a:lstStyle/>
        <a:p>
          <a:r>
            <a:rPr lang="en-US" sz="1400" b="1" u="sng" dirty="0"/>
            <a:t>LOCAL</a:t>
          </a:r>
          <a:r>
            <a:rPr lang="en-US" sz="1400" b="1" dirty="0"/>
            <a:t> </a:t>
          </a:r>
          <a:r>
            <a:rPr lang="en-US" sz="1400" b="1" u="sng" dirty="0"/>
            <a:t>VLMs</a:t>
          </a:r>
          <a:r>
            <a:rPr lang="en-US" sz="1400" b="1" dirty="0"/>
            <a:t> ( image and document understanding )</a:t>
          </a:r>
        </a:p>
      </dgm:t>
    </dgm:pt>
    <dgm:pt modelId="{0754C368-3DFD-4B32-A23E-5C00A1E6F4FB}" type="parTrans" cxnId="{D451EDFA-C6C7-4276-9F08-190C6FECFBD2}">
      <dgm:prSet/>
      <dgm:spPr/>
      <dgm:t>
        <a:bodyPr/>
        <a:lstStyle/>
        <a:p>
          <a:endParaRPr lang="en-US"/>
        </a:p>
      </dgm:t>
    </dgm:pt>
    <dgm:pt modelId="{4A0D01E0-8D9D-4CEF-9BA2-CCB59C6F419B}" type="sibTrans" cxnId="{D451EDFA-C6C7-4276-9F08-190C6FECFBD2}">
      <dgm:prSet/>
      <dgm:spPr/>
      <dgm:t>
        <a:bodyPr/>
        <a:lstStyle/>
        <a:p>
          <a:endParaRPr lang="en-US"/>
        </a:p>
      </dgm:t>
    </dgm:pt>
    <dgm:pt modelId="{273CD1B2-4EF2-4306-8A08-2844D42D2191}">
      <dgm:prSet phldrT="[Text]" custT="1"/>
      <dgm:spPr/>
      <dgm:t>
        <a:bodyPr/>
        <a:lstStyle/>
        <a:p>
          <a:r>
            <a:rPr lang="en-US" sz="1400" b="1" u="sng" dirty="0"/>
            <a:t>OTHER</a:t>
          </a:r>
          <a:r>
            <a:rPr lang="en-US" sz="1400" b="1" dirty="0"/>
            <a:t> </a:t>
          </a:r>
          <a:r>
            <a:rPr lang="en-US" sz="1400" b="1" u="sng" dirty="0"/>
            <a:t>LOCAL</a:t>
          </a:r>
          <a:r>
            <a:rPr lang="en-US" sz="1400" b="1" dirty="0"/>
            <a:t> </a:t>
          </a:r>
          <a:r>
            <a:rPr lang="en-US" sz="1400" b="1" u="sng" dirty="0"/>
            <a:t>MODELS</a:t>
          </a:r>
          <a:r>
            <a:rPr lang="en-US" sz="1400" b="1" dirty="0"/>
            <a:t> ( specialized tasks ) </a:t>
          </a:r>
        </a:p>
      </dgm:t>
    </dgm:pt>
    <dgm:pt modelId="{F83109F1-64B5-4D3D-AD3C-A6DCE9D1AFE0}" type="parTrans" cxnId="{17E0ECF4-FF65-4802-A510-5D7EB5308F42}">
      <dgm:prSet/>
      <dgm:spPr/>
      <dgm:t>
        <a:bodyPr/>
        <a:lstStyle/>
        <a:p>
          <a:endParaRPr lang="en-US"/>
        </a:p>
      </dgm:t>
    </dgm:pt>
    <dgm:pt modelId="{4474672D-F760-4971-964A-1A53E188EF1B}" type="sibTrans" cxnId="{17E0ECF4-FF65-4802-A510-5D7EB5308F42}">
      <dgm:prSet/>
      <dgm:spPr/>
      <dgm:t>
        <a:bodyPr/>
        <a:lstStyle/>
        <a:p>
          <a:endParaRPr lang="en-US"/>
        </a:p>
      </dgm:t>
    </dgm:pt>
    <dgm:pt modelId="{BC618489-30DF-4FF5-85A6-5420DF2AED67}">
      <dgm:prSet phldrT="[Text]"/>
      <dgm:spPr/>
      <dgm:t>
        <a:bodyPr/>
        <a:lstStyle/>
        <a:p>
          <a:r>
            <a:rPr lang="en-US" b="1" u="sng" dirty="0"/>
            <a:t>LOCAL</a:t>
          </a:r>
          <a:r>
            <a:rPr lang="en-US" b="1" dirty="0"/>
            <a:t> </a:t>
          </a:r>
          <a:r>
            <a:rPr lang="en-US" b="1" u="sng" dirty="0"/>
            <a:t>LLM</a:t>
          </a:r>
          <a:r>
            <a:rPr lang="en-US" b="1" dirty="0"/>
            <a:t> / </a:t>
          </a:r>
          <a:r>
            <a:rPr lang="en-US" b="1" u="sng" dirty="0"/>
            <a:t>VLM</a:t>
          </a:r>
          <a:r>
            <a:rPr lang="en-US" b="1" dirty="0"/>
            <a:t> (generate , reason , analyze , summarize )</a:t>
          </a:r>
        </a:p>
      </dgm:t>
    </dgm:pt>
    <dgm:pt modelId="{81D17915-6796-43CF-A286-9A558E31BBA9}" type="parTrans" cxnId="{116C5C5E-96F4-472C-9217-5F5C25611FE8}">
      <dgm:prSet/>
      <dgm:spPr/>
      <dgm:t>
        <a:bodyPr/>
        <a:lstStyle/>
        <a:p>
          <a:endParaRPr lang="en-US"/>
        </a:p>
      </dgm:t>
    </dgm:pt>
    <dgm:pt modelId="{115DCCB3-D189-447E-9509-92D30C45DDAC}" type="sibTrans" cxnId="{116C5C5E-96F4-472C-9217-5F5C25611FE8}">
      <dgm:prSet/>
      <dgm:spPr/>
      <dgm:t>
        <a:bodyPr/>
        <a:lstStyle/>
        <a:p>
          <a:endParaRPr lang="en-US"/>
        </a:p>
      </dgm:t>
    </dgm:pt>
    <dgm:pt modelId="{0437AC32-26F6-41CC-98E1-8C7413F86F53}">
      <dgm:prSet phldrT="[Text]"/>
      <dgm:spPr/>
      <dgm:t>
        <a:bodyPr/>
        <a:lstStyle/>
        <a:p>
          <a:r>
            <a:rPr lang="en-US" b="1" u="sng" dirty="0"/>
            <a:t>LOCAL</a:t>
          </a:r>
          <a:r>
            <a:rPr lang="en-US" b="1" dirty="0"/>
            <a:t> </a:t>
          </a:r>
          <a:r>
            <a:rPr lang="en-US" b="1" u="sng" dirty="0"/>
            <a:t>RAG</a:t>
          </a:r>
          <a:r>
            <a:rPr lang="en-US" b="1" dirty="0"/>
            <a:t> (  search  internal KB, Retrieve relevant info)</a:t>
          </a:r>
        </a:p>
      </dgm:t>
    </dgm:pt>
    <dgm:pt modelId="{050C4839-5D0E-45DC-84A6-BCC92E0485B8}" type="parTrans" cxnId="{4D1A91F5-CCB3-48D0-A37C-DF23E89D43CE}">
      <dgm:prSet/>
      <dgm:spPr/>
      <dgm:t>
        <a:bodyPr/>
        <a:lstStyle/>
        <a:p>
          <a:endParaRPr lang="en-US"/>
        </a:p>
      </dgm:t>
    </dgm:pt>
    <dgm:pt modelId="{EB4815FA-4640-4C39-A1EA-9BF7207B16D2}" type="sibTrans" cxnId="{4D1A91F5-CCB3-48D0-A37C-DF23E89D43CE}">
      <dgm:prSet/>
      <dgm:spPr/>
      <dgm:t>
        <a:bodyPr/>
        <a:lstStyle/>
        <a:p>
          <a:endParaRPr lang="en-US"/>
        </a:p>
      </dgm:t>
    </dgm:pt>
    <dgm:pt modelId="{D8F390CF-0E39-4CDA-860A-90B2259A2FE8}">
      <dgm:prSet phldrT="[Text]"/>
      <dgm:spPr/>
      <dgm:t>
        <a:bodyPr/>
        <a:lstStyle/>
        <a:p>
          <a:r>
            <a:rPr lang="en-US" b="1" u="sng" dirty="0"/>
            <a:t>TOOLS</a:t>
          </a:r>
          <a:r>
            <a:rPr lang="en-US" b="1" dirty="0"/>
            <a:t>( calculations, spreadsheets , file operations,  APIs</a:t>
          </a:r>
        </a:p>
      </dgm:t>
    </dgm:pt>
    <dgm:pt modelId="{176B352C-B1FF-4E86-9509-8BDF5612EFBA}" type="parTrans" cxnId="{863223CA-F578-41A0-8087-9C3A1A281CF4}">
      <dgm:prSet/>
      <dgm:spPr/>
      <dgm:t>
        <a:bodyPr/>
        <a:lstStyle/>
        <a:p>
          <a:endParaRPr lang="en-US"/>
        </a:p>
      </dgm:t>
    </dgm:pt>
    <dgm:pt modelId="{FF8E42D1-0D9E-4DEA-A10B-801EEBD9920B}" type="sibTrans" cxnId="{863223CA-F578-41A0-8087-9C3A1A281CF4}">
      <dgm:prSet/>
      <dgm:spPr/>
      <dgm:t>
        <a:bodyPr/>
        <a:lstStyle/>
        <a:p>
          <a:endParaRPr lang="en-US"/>
        </a:p>
      </dgm:t>
    </dgm:pt>
    <dgm:pt modelId="{0164B5EF-ACCE-4DCB-BFA1-B4DE2A205443}">
      <dgm:prSet phldrT="[Text]"/>
      <dgm:spPr/>
      <dgm:t>
        <a:bodyPr/>
        <a:lstStyle/>
        <a:p>
          <a:r>
            <a:rPr lang="en-US" b="1" u="sng" dirty="0"/>
            <a:t>SANDBOX</a:t>
          </a:r>
          <a:r>
            <a:rPr lang="en-US" b="1" dirty="0"/>
            <a:t> ( safe code execution in isolated environment )</a:t>
          </a:r>
        </a:p>
      </dgm:t>
    </dgm:pt>
    <dgm:pt modelId="{4F72B4DF-B707-446B-9F5A-9D3518847D81}" type="parTrans" cxnId="{08B1B6FD-85DB-44A0-9A08-BE7AB28EEA6F}">
      <dgm:prSet/>
      <dgm:spPr/>
      <dgm:t>
        <a:bodyPr/>
        <a:lstStyle/>
        <a:p>
          <a:endParaRPr lang="en-US"/>
        </a:p>
      </dgm:t>
    </dgm:pt>
    <dgm:pt modelId="{8DB90561-E690-4050-94B9-7B98023754EC}" type="sibTrans" cxnId="{08B1B6FD-85DB-44A0-9A08-BE7AB28EEA6F}">
      <dgm:prSet/>
      <dgm:spPr/>
      <dgm:t>
        <a:bodyPr/>
        <a:lstStyle/>
        <a:p>
          <a:endParaRPr lang="en-US"/>
        </a:p>
      </dgm:t>
    </dgm:pt>
    <dgm:pt modelId="{F1BCD364-0F58-4E1D-8A2E-D5C7394789D0}">
      <dgm:prSet phldrT="[Text]"/>
      <dgm:spPr/>
      <dgm:t>
        <a:bodyPr/>
        <a:lstStyle/>
        <a:p>
          <a:r>
            <a:rPr lang="en-US" dirty="0"/>
            <a:t>VERIFY AND DELVER ( Verified output )</a:t>
          </a:r>
        </a:p>
      </dgm:t>
    </dgm:pt>
    <dgm:pt modelId="{14CDBE1A-2516-4FE6-B9E7-6039CC310D04}" type="parTrans" cxnId="{D30B5CCC-5893-4AC5-BFE6-0E0B8ACDE4C1}">
      <dgm:prSet/>
      <dgm:spPr/>
      <dgm:t>
        <a:bodyPr/>
        <a:lstStyle/>
        <a:p>
          <a:endParaRPr lang="en-US"/>
        </a:p>
      </dgm:t>
    </dgm:pt>
    <dgm:pt modelId="{06F6E0FC-CD33-4A62-BD0D-9530A2B56193}" type="sibTrans" cxnId="{D30B5CCC-5893-4AC5-BFE6-0E0B8ACDE4C1}">
      <dgm:prSet/>
      <dgm:spPr/>
      <dgm:t>
        <a:bodyPr/>
        <a:lstStyle/>
        <a:p>
          <a:endParaRPr lang="en-US"/>
        </a:p>
      </dgm:t>
    </dgm:pt>
    <dgm:pt modelId="{57950160-72FF-49C4-B331-F12B9CDF139F}">
      <dgm:prSet phldrT="[Text]"/>
      <dgm:spPr/>
      <dgm:t>
        <a:bodyPr/>
        <a:lstStyle/>
        <a:p>
          <a:pPr algn="l"/>
          <a:r>
            <a:rPr lang="en-US" b="1" u="sng" dirty="0"/>
            <a:t>VERIFY</a:t>
          </a:r>
          <a:r>
            <a:rPr lang="en-US" b="1" dirty="0"/>
            <a:t>(Validate results , Check sources , Log actions ,Maintain audit trail)</a:t>
          </a:r>
        </a:p>
      </dgm:t>
    </dgm:pt>
    <dgm:pt modelId="{56C01F87-E0E7-493D-B587-48EFA8488DBA}" type="parTrans" cxnId="{EA23C8A4-CC25-4136-BEDD-4C45B8418FFB}">
      <dgm:prSet/>
      <dgm:spPr/>
      <dgm:t>
        <a:bodyPr/>
        <a:lstStyle/>
        <a:p>
          <a:endParaRPr lang="en-US"/>
        </a:p>
      </dgm:t>
    </dgm:pt>
    <dgm:pt modelId="{8A184282-97C1-4534-B74F-150942725667}" type="sibTrans" cxnId="{EA23C8A4-CC25-4136-BEDD-4C45B8418FFB}">
      <dgm:prSet/>
      <dgm:spPr/>
      <dgm:t>
        <a:bodyPr/>
        <a:lstStyle/>
        <a:p>
          <a:endParaRPr lang="en-US"/>
        </a:p>
      </dgm:t>
    </dgm:pt>
    <dgm:pt modelId="{B6D839D2-2FED-4055-B972-6A566B93205D}">
      <dgm:prSet phldrT="[Text]"/>
      <dgm:spPr/>
      <dgm:t>
        <a:bodyPr/>
        <a:lstStyle/>
        <a:p>
          <a:pPr algn="ctr"/>
          <a:r>
            <a:rPr lang="en-US" b="1" u="sng" dirty="0"/>
            <a:t>DELIVERABLES</a:t>
          </a:r>
          <a:r>
            <a:rPr lang="en-US" b="1" dirty="0"/>
            <a:t> ( word (approval notes), excel ( calculations), PDF (reports), PPT( presentations), code ( scripts / programs )</a:t>
          </a:r>
        </a:p>
      </dgm:t>
    </dgm:pt>
    <dgm:pt modelId="{F7A34690-EBBF-4BF9-8B0E-020E0C35AE26}" type="parTrans" cxnId="{519D2A58-5C35-4FDC-BDFB-614B287B19C0}">
      <dgm:prSet/>
      <dgm:spPr/>
      <dgm:t>
        <a:bodyPr/>
        <a:lstStyle/>
        <a:p>
          <a:endParaRPr lang="en-US"/>
        </a:p>
      </dgm:t>
    </dgm:pt>
    <dgm:pt modelId="{E405464E-0365-4C8F-AC2B-865867A772B5}" type="sibTrans" cxnId="{519D2A58-5C35-4FDC-BDFB-614B287B19C0}">
      <dgm:prSet/>
      <dgm:spPr/>
      <dgm:t>
        <a:bodyPr/>
        <a:lstStyle/>
        <a:p>
          <a:endParaRPr lang="en-US"/>
        </a:p>
      </dgm:t>
    </dgm:pt>
    <dgm:pt modelId="{445EDB93-EE77-4B02-8D6B-B1CABB18BA3E}" type="pres">
      <dgm:prSet presAssocID="{92326077-A042-445C-9082-10C9DE558FCE}" presName="Name0" presStyleCnt="0">
        <dgm:presLayoutVars>
          <dgm:dir/>
          <dgm:animLvl val="lvl"/>
          <dgm:resizeHandles val="exact"/>
        </dgm:presLayoutVars>
      </dgm:prSet>
      <dgm:spPr/>
    </dgm:pt>
    <dgm:pt modelId="{C71090E5-926F-416D-AA81-2591DCA96826}" type="pres">
      <dgm:prSet presAssocID="{2F1363E5-AAB8-49C0-A046-A6037B4C4054}" presName="compositeNode" presStyleCnt="0">
        <dgm:presLayoutVars>
          <dgm:bulletEnabled val="1"/>
        </dgm:presLayoutVars>
      </dgm:prSet>
      <dgm:spPr/>
    </dgm:pt>
    <dgm:pt modelId="{AED5A510-0C25-414C-9984-FBCC70A62495}" type="pres">
      <dgm:prSet presAssocID="{2F1363E5-AAB8-49C0-A046-A6037B4C4054}" presName="bgRect" presStyleLbl="node1" presStyleIdx="0" presStyleCnt="5" custScaleX="107141" custScaleY="181563" custLinFactNeighborX="1442" custLinFactNeighborY="1773"/>
      <dgm:spPr/>
    </dgm:pt>
    <dgm:pt modelId="{66F80C26-EC00-4568-858D-B2E6BDBE2E10}" type="pres">
      <dgm:prSet presAssocID="{2F1363E5-AAB8-49C0-A046-A6037B4C4054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10A8A8CC-28AC-4C1C-B1A8-13655C2A5B8B}" type="pres">
      <dgm:prSet presAssocID="{2F1363E5-AAB8-49C0-A046-A6037B4C4054}" presName="childNode" presStyleLbl="node1" presStyleIdx="0" presStyleCnt="5">
        <dgm:presLayoutVars>
          <dgm:bulletEnabled val="1"/>
        </dgm:presLayoutVars>
      </dgm:prSet>
      <dgm:spPr/>
    </dgm:pt>
    <dgm:pt modelId="{39886CFB-1A56-479E-A45E-D1DAC4DAB3E8}" type="pres">
      <dgm:prSet presAssocID="{E0F39E0C-A4CD-41B1-8EE2-F089D59594A9}" presName="hSp" presStyleCnt="0"/>
      <dgm:spPr/>
    </dgm:pt>
    <dgm:pt modelId="{3DC29D19-B8DF-4063-8E3C-CE9B59420AF3}" type="pres">
      <dgm:prSet presAssocID="{E0F39E0C-A4CD-41B1-8EE2-F089D59594A9}" presName="vProcSp" presStyleCnt="0"/>
      <dgm:spPr/>
    </dgm:pt>
    <dgm:pt modelId="{49CF317A-5D6A-41CE-A4E7-49C69E296F53}" type="pres">
      <dgm:prSet presAssocID="{E0F39E0C-A4CD-41B1-8EE2-F089D59594A9}" presName="vSp1" presStyleCnt="0"/>
      <dgm:spPr/>
    </dgm:pt>
    <dgm:pt modelId="{AAE2C96E-7A25-4B41-8613-68C54C8664A3}" type="pres">
      <dgm:prSet presAssocID="{E0F39E0C-A4CD-41B1-8EE2-F089D59594A9}" presName="simulatedConn" presStyleLbl="solidFgAcc1" presStyleIdx="0" presStyleCnt="4"/>
      <dgm:spPr/>
    </dgm:pt>
    <dgm:pt modelId="{BCFC1E02-C002-4159-8A01-28207FBAA09A}" type="pres">
      <dgm:prSet presAssocID="{E0F39E0C-A4CD-41B1-8EE2-F089D59594A9}" presName="vSp2" presStyleCnt="0"/>
      <dgm:spPr/>
    </dgm:pt>
    <dgm:pt modelId="{FEBCC1CD-E2F0-429F-A63D-9DAC5BB495FD}" type="pres">
      <dgm:prSet presAssocID="{E0F39E0C-A4CD-41B1-8EE2-F089D59594A9}" presName="sibTrans" presStyleCnt="0"/>
      <dgm:spPr/>
    </dgm:pt>
    <dgm:pt modelId="{393EA140-0E57-4635-8FC7-A2B8BDE4EFBE}" type="pres">
      <dgm:prSet presAssocID="{9949D71F-1E97-411F-B311-7085725526A6}" presName="compositeNode" presStyleCnt="0">
        <dgm:presLayoutVars>
          <dgm:bulletEnabled val="1"/>
        </dgm:presLayoutVars>
      </dgm:prSet>
      <dgm:spPr/>
    </dgm:pt>
    <dgm:pt modelId="{76E52B89-02B4-4D99-8E76-3922005008B0}" type="pres">
      <dgm:prSet presAssocID="{9949D71F-1E97-411F-B311-7085725526A6}" presName="bgRect" presStyleLbl="node1" presStyleIdx="1" presStyleCnt="5" custScaleY="185673" custLinFactNeighborX="1750" custLinFactNeighborY="353"/>
      <dgm:spPr/>
    </dgm:pt>
    <dgm:pt modelId="{CCE397CC-7F1E-4EA7-8B18-47BFDBE6725E}" type="pres">
      <dgm:prSet presAssocID="{9949D71F-1E97-411F-B311-7085725526A6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3732B343-ADAF-4E17-9F71-65FC80BBBFCB}" type="pres">
      <dgm:prSet presAssocID="{9949D71F-1E97-411F-B311-7085725526A6}" presName="childNode" presStyleLbl="node1" presStyleIdx="1" presStyleCnt="5">
        <dgm:presLayoutVars>
          <dgm:bulletEnabled val="1"/>
        </dgm:presLayoutVars>
      </dgm:prSet>
      <dgm:spPr/>
    </dgm:pt>
    <dgm:pt modelId="{0BAD1B50-488C-42FA-A9C3-E2627035A668}" type="pres">
      <dgm:prSet presAssocID="{9716ED74-37DE-42E5-9201-73688EC1A7E2}" presName="hSp" presStyleCnt="0"/>
      <dgm:spPr/>
    </dgm:pt>
    <dgm:pt modelId="{734AD084-BDC5-4F29-BB4A-DCEC0C67CDB3}" type="pres">
      <dgm:prSet presAssocID="{9716ED74-37DE-42E5-9201-73688EC1A7E2}" presName="vProcSp" presStyleCnt="0"/>
      <dgm:spPr/>
    </dgm:pt>
    <dgm:pt modelId="{9C006958-CDC0-4625-96A9-C4847E0F5B8C}" type="pres">
      <dgm:prSet presAssocID="{9716ED74-37DE-42E5-9201-73688EC1A7E2}" presName="vSp1" presStyleCnt="0"/>
      <dgm:spPr/>
    </dgm:pt>
    <dgm:pt modelId="{F9EDF5CA-BDF9-4A14-AD77-73E151488EC7}" type="pres">
      <dgm:prSet presAssocID="{9716ED74-37DE-42E5-9201-73688EC1A7E2}" presName="simulatedConn" presStyleLbl="solidFgAcc1" presStyleIdx="1" presStyleCnt="4"/>
      <dgm:spPr/>
    </dgm:pt>
    <dgm:pt modelId="{FAD0E95D-52C7-4FB4-BAA8-D512FAADE205}" type="pres">
      <dgm:prSet presAssocID="{9716ED74-37DE-42E5-9201-73688EC1A7E2}" presName="vSp2" presStyleCnt="0"/>
      <dgm:spPr/>
    </dgm:pt>
    <dgm:pt modelId="{4284E2DE-7408-44CB-9A9F-0209AF0E71AB}" type="pres">
      <dgm:prSet presAssocID="{9716ED74-37DE-42E5-9201-73688EC1A7E2}" presName="sibTrans" presStyleCnt="0"/>
      <dgm:spPr/>
    </dgm:pt>
    <dgm:pt modelId="{807CC0F5-6F9D-423F-9B65-73B6ABAF37B7}" type="pres">
      <dgm:prSet presAssocID="{2762D6BE-46EC-488D-9445-2C1A58A24E42}" presName="compositeNode" presStyleCnt="0">
        <dgm:presLayoutVars>
          <dgm:bulletEnabled val="1"/>
        </dgm:presLayoutVars>
      </dgm:prSet>
      <dgm:spPr/>
    </dgm:pt>
    <dgm:pt modelId="{A61D6127-31F2-4169-9941-2AF7C485DCB4}" type="pres">
      <dgm:prSet presAssocID="{2762D6BE-46EC-488D-9445-2C1A58A24E42}" presName="bgRect" presStyleLbl="node1" presStyleIdx="2" presStyleCnt="5" custScaleY="185673" custLinFactNeighborX="-913" custLinFactNeighborY="1582"/>
      <dgm:spPr/>
    </dgm:pt>
    <dgm:pt modelId="{2C595BEA-25D2-4E5C-8590-50540951E139}" type="pres">
      <dgm:prSet presAssocID="{2762D6BE-46EC-488D-9445-2C1A58A24E42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8F95576D-F67C-4A3A-9E3F-58DDD9C072C7}" type="pres">
      <dgm:prSet presAssocID="{2762D6BE-46EC-488D-9445-2C1A58A24E42}" presName="childNode" presStyleLbl="node1" presStyleIdx="2" presStyleCnt="5">
        <dgm:presLayoutVars>
          <dgm:bulletEnabled val="1"/>
        </dgm:presLayoutVars>
      </dgm:prSet>
      <dgm:spPr/>
    </dgm:pt>
    <dgm:pt modelId="{9B05A77C-2BFA-4A5A-BBFF-818090C66C08}" type="pres">
      <dgm:prSet presAssocID="{8A8695EB-1ABF-49DD-8094-2EC7D1541677}" presName="hSp" presStyleCnt="0"/>
      <dgm:spPr/>
    </dgm:pt>
    <dgm:pt modelId="{C5C348A8-9646-4A7C-81F5-9BA461C357EB}" type="pres">
      <dgm:prSet presAssocID="{8A8695EB-1ABF-49DD-8094-2EC7D1541677}" presName="vProcSp" presStyleCnt="0"/>
      <dgm:spPr/>
    </dgm:pt>
    <dgm:pt modelId="{5BFEC495-A15B-45F6-AF36-6B0324691E74}" type="pres">
      <dgm:prSet presAssocID="{8A8695EB-1ABF-49DD-8094-2EC7D1541677}" presName="vSp1" presStyleCnt="0"/>
      <dgm:spPr/>
    </dgm:pt>
    <dgm:pt modelId="{0B5019BD-FB3D-4857-9C23-A40A93CEA3F3}" type="pres">
      <dgm:prSet presAssocID="{8A8695EB-1ABF-49DD-8094-2EC7D1541677}" presName="simulatedConn" presStyleLbl="solidFgAcc1" presStyleIdx="2" presStyleCnt="4"/>
      <dgm:spPr/>
    </dgm:pt>
    <dgm:pt modelId="{C56DDEFF-A6E4-4C5E-AD63-633254D14D9C}" type="pres">
      <dgm:prSet presAssocID="{8A8695EB-1ABF-49DD-8094-2EC7D1541677}" presName="vSp2" presStyleCnt="0"/>
      <dgm:spPr/>
    </dgm:pt>
    <dgm:pt modelId="{6853B2D8-644C-45A6-BBE7-C3725A60FF32}" type="pres">
      <dgm:prSet presAssocID="{8A8695EB-1ABF-49DD-8094-2EC7D1541677}" presName="sibTrans" presStyleCnt="0"/>
      <dgm:spPr/>
    </dgm:pt>
    <dgm:pt modelId="{235FC883-4885-4867-B488-DFA92EDBC698}" type="pres">
      <dgm:prSet presAssocID="{7C12BC8D-1433-49E3-ADA2-2AD08D5AB3D4}" presName="compositeNode" presStyleCnt="0">
        <dgm:presLayoutVars>
          <dgm:bulletEnabled val="1"/>
        </dgm:presLayoutVars>
      </dgm:prSet>
      <dgm:spPr/>
    </dgm:pt>
    <dgm:pt modelId="{C194573E-5790-40DE-B1DD-65EBC3032E5C}" type="pres">
      <dgm:prSet presAssocID="{7C12BC8D-1433-49E3-ADA2-2AD08D5AB3D4}" presName="bgRect" presStyleLbl="node1" presStyleIdx="3" presStyleCnt="5" custScaleY="185673"/>
      <dgm:spPr/>
    </dgm:pt>
    <dgm:pt modelId="{EADCD35A-E6BD-44E2-9F28-B7C6E952AF9B}" type="pres">
      <dgm:prSet presAssocID="{7C12BC8D-1433-49E3-ADA2-2AD08D5AB3D4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97EA5F7F-9AD1-45E9-9EAB-A0D099BE49CA}" type="pres">
      <dgm:prSet presAssocID="{7C12BC8D-1433-49E3-ADA2-2AD08D5AB3D4}" presName="childNode" presStyleLbl="node1" presStyleIdx="3" presStyleCnt="5">
        <dgm:presLayoutVars>
          <dgm:bulletEnabled val="1"/>
        </dgm:presLayoutVars>
      </dgm:prSet>
      <dgm:spPr/>
    </dgm:pt>
    <dgm:pt modelId="{F97BA287-C0C4-4DC8-8366-E4C56C5A132B}" type="pres">
      <dgm:prSet presAssocID="{D9D03607-10FD-4EB2-A272-C3E75C2EE01E}" presName="hSp" presStyleCnt="0"/>
      <dgm:spPr/>
    </dgm:pt>
    <dgm:pt modelId="{B6225903-DDF2-4126-A242-E786A386CE0B}" type="pres">
      <dgm:prSet presAssocID="{D9D03607-10FD-4EB2-A272-C3E75C2EE01E}" presName="vProcSp" presStyleCnt="0"/>
      <dgm:spPr/>
    </dgm:pt>
    <dgm:pt modelId="{00EBF521-AA36-4062-9228-69CC7BF677DB}" type="pres">
      <dgm:prSet presAssocID="{D9D03607-10FD-4EB2-A272-C3E75C2EE01E}" presName="vSp1" presStyleCnt="0"/>
      <dgm:spPr/>
    </dgm:pt>
    <dgm:pt modelId="{4C5F895D-A44B-4816-BBF1-46AD49D87011}" type="pres">
      <dgm:prSet presAssocID="{D9D03607-10FD-4EB2-A272-C3E75C2EE01E}" presName="simulatedConn" presStyleLbl="solidFgAcc1" presStyleIdx="3" presStyleCnt="4"/>
      <dgm:spPr/>
    </dgm:pt>
    <dgm:pt modelId="{61B3F7C8-B810-423C-97FC-84E51CAD8413}" type="pres">
      <dgm:prSet presAssocID="{D9D03607-10FD-4EB2-A272-C3E75C2EE01E}" presName="vSp2" presStyleCnt="0"/>
      <dgm:spPr/>
    </dgm:pt>
    <dgm:pt modelId="{36534221-4CD0-4583-BE9E-D6601C300E9F}" type="pres">
      <dgm:prSet presAssocID="{D9D03607-10FD-4EB2-A272-C3E75C2EE01E}" presName="sibTrans" presStyleCnt="0"/>
      <dgm:spPr/>
    </dgm:pt>
    <dgm:pt modelId="{13984E30-FDA1-4EA2-AB9D-81DE1147B6C3}" type="pres">
      <dgm:prSet presAssocID="{F1BCD364-0F58-4E1D-8A2E-D5C7394789D0}" presName="compositeNode" presStyleCnt="0">
        <dgm:presLayoutVars>
          <dgm:bulletEnabled val="1"/>
        </dgm:presLayoutVars>
      </dgm:prSet>
      <dgm:spPr/>
    </dgm:pt>
    <dgm:pt modelId="{BF278A51-B89C-4A67-AA55-3DD9AEAC5395}" type="pres">
      <dgm:prSet presAssocID="{F1BCD364-0F58-4E1D-8A2E-D5C7394789D0}" presName="bgRect" presStyleLbl="node1" presStyleIdx="4" presStyleCnt="5" custScaleY="185673"/>
      <dgm:spPr/>
    </dgm:pt>
    <dgm:pt modelId="{08735AD8-C625-4BE7-8631-3171BC075CE3}" type="pres">
      <dgm:prSet presAssocID="{F1BCD364-0F58-4E1D-8A2E-D5C7394789D0}" presName="parentNode" presStyleLbl="node1" presStyleIdx="4" presStyleCnt="5">
        <dgm:presLayoutVars>
          <dgm:chMax val="0"/>
          <dgm:bulletEnabled val="1"/>
        </dgm:presLayoutVars>
      </dgm:prSet>
      <dgm:spPr/>
    </dgm:pt>
    <dgm:pt modelId="{C36D7011-1B4D-471C-98EF-8D7BA57F4183}" type="pres">
      <dgm:prSet presAssocID="{F1BCD364-0F58-4E1D-8A2E-D5C7394789D0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24FD420A-1FDB-4C0E-BC4D-96D1F11C0895}" srcId="{92326077-A042-445C-9082-10C9DE558FCE}" destId="{9949D71F-1E97-411F-B311-7085725526A6}" srcOrd="1" destOrd="0" parTransId="{01BF873A-0A20-40E3-AC39-6855388365C8}" sibTransId="{9716ED74-37DE-42E5-9201-73688EC1A7E2}"/>
    <dgm:cxn modelId="{EAEB5610-F62A-41EC-A856-EBC0F58D03FE}" type="presOf" srcId="{F1BCD364-0F58-4E1D-8A2E-D5C7394789D0}" destId="{08735AD8-C625-4BE7-8631-3171BC075CE3}" srcOrd="1" destOrd="0" presId="urn:microsoft.com/office/officeart/2005/8/layout/hProcess7"/>
    <dgm:cxn modelId="{F02C2914-C557-4C32-8CC2-D274B0FBD592}" srcId="{2F1363E5-AAB8-49C0-A046-A6037B4C4054}" destId="{0A12E0A4-0E24-4549-86B9-85A3A8EA2B48}" srcOrd="2" destOrd="0" parTransId="{63F2F68B-9D73-4CA5-9CF9-07FBAE6E02A8}" sibTransId="{5BBC57A4-2DBB-43F2-B687-018EAB8B2382}"/>
    <dgm:cxn modelId="{FEE23D19-F1B7-4BF1-9E33-01F105FC0288}" srcId="{9949D71F-1E97-411F-B311-7085725526A6}" destId="{2F69C0F8-4F5A-4FC8-B31A-486350D73F2C}" srcOrd="2" destOrd="0" parTransId="{47BA5E73-C8F1-4472-A042-9CECE1FCCC33}" sibTransId="{71303341-2275-40B7-8DA4-5BF6788FC476}"/>
    <dgm:cxn modelId="{5289CC1B-3BB1-4CAC-AAF3-3A11B7551587}" type="presOf" srcId="{1142FA7A-D6FB-4750-B6B8-7AFF55387898}" destId="{3732B343-ADAF-4E17-9F71-65FC80BBBFCB}" srcOrd="0" destOrd="3" presId="urn:microsoft.com/office/officeart/2005/8/layout/hProcess7"/>
    <dgm:cxn modelId="{57F4D521-9A91-42BF-9F24-F9300128205B}" type="presOf" srcId="{A131AE36-5505-4C11-9A53-4E5EB75EE0F5}" destId="{8F95576D-F67C-4A3A-9E3F-58DDD9C072C7}" srcOrd="0" destOrd="0" presId="urn:microsoft.com/office/officeart/2005/8/layout/hProcess7"/>
    <dgm:cxn modelId="{21797F22-7E42-4987-B652-08C20242FFB1}" type="presOf" srcId="{0A12E0A4-0E24-4549-86B9-85A3A8EA2B48}" destId="{10A8A8CC-28AC-4C1C-B1A8-13655C2A5B8B}" srcOrd="0" destOrd="2" presId="urn:microsoft.com/office/officeart/2005/8/layout/hProcess7"/>
    <dgm:cxn modelId="{6F98C922-93BA-43AB-91E3-5DE9E6F2706C}" type="presOf" srcId="{B65FA47C-471F-4293-8C38-93EB37A73E1A}" destId="{3732B343-ADAF-4E17-9F71-65FC80BBBFCB}" srcOrd="0" destOrd="0" presId="urn:microsoft.com/office/officeart/2005/8/layout/hProcess7"/>
    <dgm:cxn modelId="{403AD323-4A51-4498-9BE5-D936682781B8}" type="presOf" srcId="{2F1363E5-AAB8-49C0-A046-A6037B4C4054}" destId="{66F80C26-EC00-4568-858D-B2E6BDBE2E10}" srcOrd="1" destOrd="0" presId="urn:microsoft.com/office/officeart/2005/8/layout/hProcess7"/>
    <dgm:cxn modelId="{0B8FC82C-A3FA-4B51-A723-6A91766F4B06}" type="presOf" srcId="{2762D6BE-46EC-488D-9445-2C1A58A24E42}" destId="{A61D6127-31F2-4169-9941-2AF7C485DCB4}" srcOrd="0" destOrd="0" presId="urn:microsoft.com/office/officeart/2005/8/layout/hProcess7"/>
    <dgm:cxn modelId="{8AAE0637-3510-493E-B838-B98DFDC1ECE6}" type="presOf" srcId="{67BE2ABE-4257-42C9-B06C-8B9181AC27A7}" destId="{8F95576D-F67C-4A3A-9E3F-58DDD9C072C7}" srcOrd="0" destOrd="2" presId="urn:microsoft.com/office/officeart/2005/8/layout/hProcess7"/>
    <dgm:cxn modelId="{5CE78440-5334-49D9-9288-9E22141BE790}" type="presOf" srcId="{273CD1B2-4EF2-4306-8A08-2844D42D2191}" destId="{8F95576D-F67C-4A3A-9E3F-58DDD9C072C7}" srcOrd="0" destOrd="7" presId="urn:microsoft.com/office/officeart/2005/8/layout/hProcess7"/>
    <dgm:cxn modelId="{116C5C5E-96F4-472C-9217-5F5C25611FE8}" srcId="{7C12BC8D-1433-49E3-ADA2-2AD08D5AB3D4}" destId="{BC618489-30DF-4FF5-85A6-5420DF2AED67}" srcOrd="0" destOrd="0" parTransId="{81D17915-6796-43CF-A286-9A558E31BBA9}" sibTransId="{115DCCB3-D189-447E-9509-92D30C45DDAC}"/>
    <dgm:cxn modelId="{83677745-5B2C-4D4E-911E-1ED74164D826}" type="presOf" srcId="{57950160-72FF-49C4-B331-F12B9CDF139F}" destId="{C36D7011-1B4D-471C-98EF-8D7BA57F4183}" srcOrd="0" destOrd="0" presId="urn:microsoft.com/office/officeart/2005/8/layout/hProcess7"/>
    <dgm:cxn modelId="{CF291C46-1F38-4543-B0CE-DFBA3BA287AD}" srcId="{92326077-A042-445C-9082-10C9DE558FCE}" destId="{7C12BC8D-1433-49E3-ADA2-2AD08D5AB3D4}" srcOrd="3" destOrd="0" parTransId="{80DFC58C-0848-4119-B7E9-57E371E5BC8C}" sibTransId="{D9D03607-10FD-4EB2-A272-C3E75C2EE01E}"/>
    <dgm:cxn modelId="{552CA269-53FF-4AF2-8448-2D5EFB750B41}" type="presOf" srcId="{0795674E-5396-4ACC-A82B-681ACB98488B}" destId="{8F95576D-F67C-4A3A-9E3F-58DDD9C072C7}" srcOrd="0" destOrd="6" presId="urn:microsoft.com/office/officeart/2005/8/layout/hProcess7"/>
    <dgm:cxn modelId="{76F6B04F-D08A-4490-A6CC-B4F145791523}" type="presOf" srcId="{9949D71F-1E97-411F-B311-7085725526A6}" destId="{76E52B89-02B4-4D99-8E76-3922005008B0}" srcOrd="0" destOrd="0" presId="urn:microsoft.com/office/officeart/2005/8/layout/hProcess7"/>
    <dgm:cxn modelId="{519D2A58-5C35-4FDC-BDFB-614B287B19C0}" srcId="{F1BCD364-0F58-4E1D-8A2E-D5C7394789D0}" destId="{B6D839D2-2FED-4055-B972-6A566B93205D}" srcOrd="1" destOrd="0" parTransId="{F7A34690-EBBF-4BF9-8B0E-020E0C35AE26}" sibTransId="{E405464E-0365-4C8F-AC2B-865867A772B5}"/>
    <dgm:cxn modelId="{DAF8EA78-0202-4DE5-9978-5B93A1A04C32}" type="presOf" srcId="{813D4D0C-F59F-43D1-998D-69710C81C722}" destId="{8F95576D-F67C-4A3A-9E3F-58DDD9C072C7}" srcOrd="0" destOrd="4" presId="urn:microsoft.com/office/officeart/2005/8/layout/hProcess7"/>
    <dgm:cxn modelId="{3CC88E7E-7832-4891-A52E-67AFFD89BF44}" srcId="{2762D6BE-46EC-488D-9445-2C1A58A24E42}" destId="{91B49093-16EC-47A8-A4F7-C181BC6657FF}" srcOrd="5" destOrd="0" parTransId="{2D763BE8-03AB-4C5C-8F32-ECF68C1EE4DB}" sibTransId="{CBE858DE-AAD1-4BF5-B3D4-003A0AA9262A}"/>
    <dgm:cxn modelId="{616B8A80-753B-4EC9-8BFA-ED45679AB217}" srcId="{9949D71F-1E97-411F-B311-7085725526A6}" destId="{1142FA7A-D6FB-4750-B6B8-7AFF55387898}" srcOrd="3" destOrd="0" parTransId="{9F94CD52-A5AD-4E91-8E3C-2808C2B09F4E}" sibTransId="{2AE05130-B294-48A3-8B98-F4852E9B91EE}"/>
    <dgm:cxn modelId="{AC043C82-5EA2-4900-9199-A3E3752225D9}" srcId="{92326077-A042-445C-9082-10C9DE558FCE}" destId="{2762D6BE-46EC-488D-9445-2C1A58A24E42}" srcOrd="2" destOrd="0" parTransId="{2731D490-DBD7-45A5-82C1-6F2256A98F8A}" sibTransId="{8A8695EB-1ABF-49DD-8094-2EC7D1541677}"/>
    <dgm:cxn modelId="{4A368489-5803-41A9-81D7-DFEF1C85711C}" srcId="{2762D6BE-46EC-488D-9445-2C1A58A24E42}" destId="{A131AE36-5505-4C11-9A53-4E5EB75EE0F5}" srcOrd="0" destOrd="0" parTransId="{077CED5E-8A35-4CE8-AF5F-961A5C6A682D}" sibTransId="{BE4D03D9-EB32-488D-83C1-422F71D4E6A4}"/>
    <dgm:cxn modelId="{E65A898B-A6E1-45B8-8AF6-CBCF33EAAABA}" type="presOf" srcId="{BC618489-30DF-4FF5-85A6-5420DF2AED67}" destId="{97EA5F7F-9AD1-45E9-9EAB-A0D099BE49CA}" srcOrd="0" destOrd="0" presId="urn:microsoft.com/office/officeart/2005/8/layout/hProcess7"/>
    <dgm:cxn modelId="{AA4AFD8B-6697-4474-BD4C-E008FAC7F399}" type="presOf" srcId="{7EE806DC-5BCC-4ED3-82B4-91967DC98EE3}" destId="{3732B343-ADAF-4E17-9F71-65FC80BBBFCB}" srcOrd="0" destOrd="1" presId="urn:microsoft.com/office/officeart/2005/8/layout/hProcess7"/>
    <dgm:cxn modelId="{ACC6D38C-9E59-4FD7-AC48-1082EA0714C0}" srcId="{2762D6BE-46EC-488D-9445-2C1A58A24E42}" destId="{67BE2ABE-4257-42C9-B06C-8B9181AC27A7}" srcOrd="2" destOrd="0" parTransId="{C8A64D6E-86CD-4DF6-B0B7-9B5C53EFAE93}" sibTransId="{823E3309-A881-4696-999E-863234601D94}"/>
    <dgm:cxn modelId="{195C4190-C698-437F-8C6C-D6165C6FC62F}" srcId="{92326077-A042-445C-9082-10C9DE558FCE}" destId="{2F1363E5-AAB8-49C0-A046-A6037B4C4054}" srcOrd="0" destOrd="0" parTransId="{6AF99490-602C-448D-992D-72D430F299DC}" sibTransId="{E0F39E0C-A4CD-41B1-8EE2-F089D59594A9}"/>
    <dgm:cxn modelId="{9F56EA92-5445-436E-B7CB-26BDE71F8C5F}" srcId="{2762D6BE-46EC-488D-9445-2C1A58A24E42}" destId="{50C65B84-6FC7-46D5-A5F5-CDC0B7DA6BEC}" srcOrd="3" destOrd="0" parTransId="{89DBF873-75F8-43F6-8ACC-1389E8E4938A}" sibTransId="{066A278D-A5A1-4E0E-B658-FC8A71E1AF0F}"/>
    <dgm:cxn modelId="{AE8E7398-AF5E-45FA-8487-DD795D11F79F}" srcId="{2762D6BE-46EC-488D-9445-2C1A58A24E42}" destId="{184D5CBD-9580-4C00-B00F-A3113BDDB460}" srcOrd="1" destOrd="0" parTransId="{0972DAD4-5C0A-4A6D-B216-7D111CEB1858}" sibTransId="{77CF4C78-2F20-43D4-B917-0A18899874F2}"/>
    <dgm:cxn modelId="{524ACD9F-4E21-45BB-91B8-90CBD2C0B23D}" type="presOf" srcId="{91B49093-16EC-47A8-A4F7-C181BC6657FF}" destId="{8F95576D-F67C-4A3A-9E3F-58DDD9C072C7}" srcOrd="0" destOrd="5" presId="urn:microsoft.com/office/officeart/2005/8/layout/hProcess7"/>
    <dgm:cxn modelId="{B02FC3A3-7DF6-4CA9-81A9-B18FA57C3898}" type="presOf" srcId="{0437AC32-26F6-41CC-98E1-8C7413F86F53}" destId="{97EA5F7F-9AD1-45E9-9EAB-A0D099BE49CA}" srcOrd="0" destOrd="1" presId="urn:microsoft.com/office/officeart/2005/8/layout/hProcess7"/>
    <dgm:cxn modelId="{EA23C8A4-CC25-4136-BEDD-4C45B8418FFB}" srcId="{F1BCD364-0F58-4E1D-8A2E-D5C7394789D0}" destId="{57950160-72FF-49C4-B331-F12B9CDF139F}" srcOrd="0" destOrd="0" parTransId="{56C01F87-E0E7-493D-B587-48EFA8488DBA}" sibTransId="{8A184282-97C1-4534-B74F-150942725667}"/>
    <dgm:cxn modelId="{42A24DA8-0D32-4C3A-ABE8-725618BB23CB}" type="presOf" srcId="{B6D839D2-2FED-4055-B972-6A566B93205D}" destId="{C36D7011-1B4D-471C-98EF-8D7BA57F4183}" srcOrd="0" destOrd="1" presId="urn:microsoft.com/office/officeart/2005/8/layout/hProcess7"/>
    <dgm:cxn modelId="{CFD524AF-051D-406D-9624-06469D8D3E70}" type="presOf" srcId="{D8F390CF-0E39-4CDA-860A-90B2259A2FE8}" destId="{97EA5F7F-9AD1-45E9-9EAB-A0D099BE49CA}" srcOrd="0" destOrd="2" presId="urn:microsoft.com/office/officeart/2005/8/layout/hProcess7"/>
    <dgm:cxn modelId="{BD73DDB0-307F-4BF0-9913-6EDF94619591}" type="presOf" srcId="{184D5CBD-9580-4C00-B00F-A3113BDDB460}" destId="{8F95576D-F67C-4A3A-9E3F-58DDD9C072C7}" srcOrd="0" destOrd="1" presId="urn:microsoft.com/office/officeart/2005/8/layout/hProcess7"/>
    <dgm:cxn modelId="{C8DC24B3-CCE4-48DD-92F5-6A589CDA746A}" type="presOf" srcId="{F1BCD364-0F58-4E1D-8A2E-D5C7394789D0}" destId="{BF278A51-B89C-4A67-AA55-3DD9AEAC5395}" srcOrd="0" destOrd="0" presId="urn:microsoft.com/office/officeart/2005/8/layout/hProcess7"/>
    <dgm:cxn modelId="{D2BC47B6-7294-41D9-B361-68E73162DBF5}" srcId="{9949D71F-1E97-411F-B311-7085725526A6}" destId="{B65FA47C-471F-4293-8C38-93EB37A73E1A}" srcOrd="0" destOrd="0" parTransId="{931A271B-1CD1-4D1F-9E8A-47F7A3E4307C}" sibTransId="{015D2E2C-72F4-46FE-B359-41324857E9E6}"/>
    <dgm:cxn modelId="{572C6FBD-23AD-4D51-8750-E75F4755DCB5}" type="presOf" srcId="{0164B5EF-ACCE-4DCB-BFA1-B4DE2A205443}" destId="{97EA5F7F-9AD1-45E9-9EAB-A0D099BE49CA}" srcOrd="0" destOrd="3" presId="urn:microsoft.com/office/officeart/2005/8/layout/hProcess7"/>
    <dgm:cxn modelId="{FFDA67C5-B246-4C25-9BFD-FDD060F3D8A7}" type="presOf" srcId="{731C9F80-D707-4EAF-A390-CFD7A6177FC8}" destId="{10A8A8CC-28AC-4C1C-B1A8-13655C2A5B8B}" srcOrd="0" destOrd="1" presId="urn:microsoft.com/office/officeart/2005/8/layout/hProcess7"/>
    <dgm:cxn modelId="{863223CA-F578-41A0-8087-9C3A1A281CF4}" srcId="{7C12BC8D-1433-49E3-ADA2-2AD08D5AB3D4}" destId="{D8F390CF-0E39-4CDA-860A-90B2259A2FE8}" srcOrd="2" destOrd="0" parTransId="{176B352C-B1FF-4E86-9509-8BDF5612EFBA}" sibTransId="{FF8E42D1-0D9E-4DEA-A10B-801EEBD9920B}"/>
    <dgm:cxn modelId="{D30B5CCC-5893-4AC5-BFE6-0E0B8ACDE4C1}" srcId="{92326077-A042-445C-9082-10C9DE558FCE}" destId="{F1BCD364-0F58-4E1D-8A2E-D5C7394789D0}" srcOrd="4" destOrd="0" parTransId="{14CDBE1A-2516-4FE6-B9E7-6039CC310D04}" sibTransId="{06F6E0FC-CD33-4A62-BD0D-9530A2B56193}"/>
    <dgm:cxn modelId="{D50BA2CD-6762-425C-8F6D-F4609FBEA1DB}" srcId="{2F1363E5-AAB8-49C0-A046-A6037B4C4054}" destId="{D4794398-BEFA-462B-AC64-CE8408EE2CBB}" srcOrd="0" destOrd="0" parTransId="{C986C6C0-C28B-4142-B87C-3EF15A190B93}" sibTransId="{FE3F816B-4409-4710-98F4-8D5A3AB454F0}"/>
    <dgm:cxn modelId="{7152FDCD-C091-4196-A284-3D2C804BD708}" type="presOf" srcId="{2F1363E5-AAB8-49C0-A046-A6037B4C4054}" destId="{AED5A510-0C25-414C-9984-FBCC70A62495}" srcOrd="0" destOrd="0" presId="urn:microsoft.com/office/officeart/2005/8/layout/hProcess7"/>
    <dgm:cxn modelId="{2FFF3ACE-18C6-4417-974F-DDC1EB95CE02}" srcId="{2762D6BE-46EC-488D-9445-2C1A58A24E42}" destId="{813D4D0C-F59F-43D1-998D-69710C81C722}" srcOrd="4" destOrd="0" parTransId="{0D97AC38-3185-418A-AFEE-B6C73216E74A}" sibTransId="{7048608F-95D2-471A-95CF-4641C1CACEE4}"/>
    <dgm:cxn modelId="{E3E361D1-0EE6-465C-8710-61F66BC48BF8}" srcId="{2F1363E5-AAB8-49C0-A046-A6037B4C4054}" destId="{731C9F80-D707-4EAF-A390-CFD7A6177FC8}" srcOrd="1" destOrd="0" parTransId="{8F8B4C1B-82E4-4C19-AEFE-0E725F113C55}" sibTransId="{82348BAE-9353-4012-85B0-973DFEE8B573}"/>
    <dgm:cxn modelId="{F77928D9-6839-43F6-8B87-A5A5E0A788B6}" type="presOf" srcId="{D4794398-BEFA-462B-AC64-CE8408EE2CBB}" destId="{10A8A8CC-28AC-4C1C-B1A8-13655C2A5B8B}" srcOrd="0" destOrd="0" presId="urn:microsoft.com/office/officeart/2005/8/layout/hProcess7"/>
    <dgm:cxn modelId="{06E608DA-8593-4366-9F72-0E898924BBA6}" srcId="{9949D71F-1E97-411F-B311-7085725526A6}" destId="{7EE806DC-5BCC-4ED3-82B4-91967DC98EE3}" srcOrd="1" destOrd="0" parTransId="{F1F7E568-DD3D-4073-85E7-80782E21CDBD}" sibTransId="{225317E3-3F0F-44A3-8EB4-9DD9D7A4A509}"/>
    <dgm:cxn modelId="{88CEBBDB-FEC1-42AA-B8AC-62F5B87D9C72}" type="presOf" srcId="{7C12BC8D-1433-49E3-ADA2-2AD08D5AB3D4}" destId="{C194573E-5790-40DE-B1DD-65EBC3032E5C}" srcOrd="0" destOrd="0" presId="urn:microsoft.com/office/officeart/2005/8/layout/hProcess7"/>
    <dgm:cxn modelId="{048463DE-4C02-41C9-9F6D-76D8A1365AAB}" type="presOf" srcId="{9949D71F-1E97-411F-B311-7085725526A6}" destId="{CCE397CC-7F1E-4EA7-8B18-47BFDBE6725E}" srcOrd="1" destOrd="0" presId="urn:microsoft.com/office/officeart/2005/8/layout/hProcess7"/>
    <dgm:cxn modelId="{A639C4DE-4286-4AC1-84B6-95E565D406BA}" type="presOf" srcId="{50C65B84-6FC7-46D5-A5F5-CDC0B7DA6BEC}" destId="{8F95576D-F67C-4A3A-9E3F-58DDD9C072C7}" srcOrd="0" destOrd="3" presId="urn:microsoft.com/office/officeart/2005/8/layout/hProcess7"/>
    <dgm:cxn modelId="{D432F3E9-BA9D-403E-B7E4-97CFCCAAD2E3}" srcId="{2F1363E5-AAB8-49C0-A046-A6037B4C4054}" destId="{756F4F05-6ABD-4389-A440-F0CFCB08E8CF}" srcOrd="3" destOrd="0" parTransId="{DE446092-50C2-4EA3-B637-BDCF0B85C283}" sibTransId="{28FEE937-76B2-4D0B-81BE-D28CD6C9AA86}"/>
    <dgm:cxn modelId="{3AF3CFED-BA12-43D9-B6AD-C5EB2F489DF7}" type="presOf" srcId="{2F69C0F8-4F5A-4FC8-B31A-486350D73F2C}" destId="{3732B343-ADAF-4E17-9F71-65FC80BBBFCB}" srcOrd="0" destOrd="2" presId="urn:microsoft.com/office/officeart/2005/8/layout/hProcess7"/>
    <dgm:cxn modelId="{CE4820EF-2761-4241-9E62-CCB53FC86E63}" type="presOf" srcId="{7C12BC8D-1433-49E3-ADA2-2AD08D5AB3D4}" destId="{EADCD35A-E6BD-44E2-9F28-B7C6E952AF9B}" srcOrd="1" destOrd="0" presId="urn:microsoft.com/office/officeart/2005/8/layout/hProcess7"/>
    <dgm:cxn modelId="{B5C7CFF0-7EC4-4E04-8F91-2C5F68A49EE9}" type="presOf" srcId="{2762D6BE-46EC-488D-9445-2C1A58A24E42}" destId="{2C595BEA-25D2-4E5C-8590-50540951E139}" srcOrd="1" destOrd="0" presId="urn:microsoft.com/office/officeart/2005/8/layout/hProcess7"/>
    <dgm:cxn modelId="{BAD477F2-B05E-40D6-8AFF-E59AC4A938C7}" type="presOf" srcId="{756F4F05-6ABD-4389-A440-F0CFCB08E8CF}" destId="{10A8A8CC-28AC-4C1C-B1A8-13655C2A5B8B}" srcOrd="0" destOrd="3" presId="urn:microsoft.com/office/officeart/2005/8/layout/hProcess7"/>
    <dgm:cxn modelId="{17E0ECF4-FF65-4802-A510-5D7EB5308F42}" srcId="{2762D6BE-46EC-488D-9445-2C1A58A24E42}" destId="{273CD1B2-4EF2-4306-8A08-2844D42D2191}" srcOrd="7" destOrd="0" parTransId="{F83109F1-64B5-4D3D-AD3C-A6DCE9D1AFE0}" sibTransId="{4474672D-F760-4971-964A-1A53E188EF1B}"/>
    <dgm:cxn modelId="{4D1A91F5-CCB3-48D0-A37C-DF23E89D43CE}" srcId="{7C12BC8D-1433-49E3-ADA2-2AD08D5AB3D4}" destId="{0437AC32-26F6-41CC-98E1-8C7413F86F53}" srcOrd="1" destOrd="0" parTransId="{050C4839-5D0E-45DC-84A6-BCC92E0485B8}" sibTransId="{EB4815FA-4640-4C39-A1EA-9BF7207B16D2}"/>
    <dgm:cxn modelId="{5B31D6FA-AADA-4F5D-B934-876C4383C905}" type="presOf" srcId="{92326077-A042-445C-9082-10C9DE558FCE}" destId="{445EDB93-EE77-4B02-8D6B-B1CABB18BA3E}" srcOrd="0" destOrd="0" presId="urn:microsoft.com/office/officeart/2005/8/layout/hProcess7"/>
    <dgm:cxn modelId="{D451EDFA-C6C7-4276-9F08-190C6FECFBD2}" srcId="{2762D6BE-46EC-488D-9445-2C1A58A24E42}" destId="{0795674E-5396-4ACC-A82B-681ACB98488B}" srcOrd="6" destOrd="0" parTransId="{0754C368-3DFD-4B32-A23E-5C00A1E6F4FB}" sibTransId="{4A0D01E0-8D9D-4CEF-9BA2-CCB59C6F419B}"/>
    <dgm:cxn modelId="{08B1B6FD-85DB-44A0-9A08-BE7AB28EEA6F}" srcId="{7C12BC8D-1433-49E3-ADA2-2AD08D5AB3D4}" destId="{0164B5EF-ACCE-4DCB-BFA1-B4DE2A205443}" srcOrd="3" destOrd="0" parTransId="{4F72B4DF-B707-446B-9F5A-9D3518847D81}" sibTransId="{8DB90561-E690-4050-94B9-7B98023754EC}"/>
    <dgm:cxn modelId="{545D1D6C-4907-4AF7-9729-B216035D88A6}" type="presParOf" srcId="{445EDB93-EE77-4B02-8D6B-B1CABB18BA3E}" destId="{C71090E5-926F-416D-AA81-2591DCA96826}" srcOrd="0" destOrd="0" presId="urn:microsoft.com/office/officeart/2005/8/layout/hProcess7"/>
    <dgm:cxn modelId="{8CD8C24F-9C71-4CFB-91CB-33BF817CF648}" type="presParOf" srcId="{C71090E5-926F-416D-AA81-2591DCA96826}" destId="{AED5A510-0C25-414C-9984-FBCC70A62495}" srcOrd="0" destOrd="0" presId="urn:microsoft.com/office/officeart/2005/8/layout/hProcess7"/>
    <dgm:cxn modelId="{4837BD67-B11D-4469-A61A-4D895000A79F}" type="presParOf" srcId="{C71090E5-926F-416D-AA81-2591DCA96826}" destId="{66F80C26-EC00-4568-858D-B2E6BDBE2E10}" srcOrd="1" destOrd="0" presId="urn:microsoft.com/office/officeart/2005/8/layout/hProcess7"/>
    <dgm:cxn modelId="{C6B1EA6C-0811-40BF-ABB0-40C3518A6CFD}" type="presParOf" srcId="{C71090E5-926F-416D-AA81-2591DCA96826}" destId="{10A8A8CC-28AC-4C1C-B1A8-13655C2A5B8B}" srcOrd="2" destOrd="0" presId="urn:microsoft.com/office/officeart/2005/8/layout/hProcess7"/>
    <dgm:cxn modelId="{1A4FDD40-15E8-4540-9D1C-832F0B007F5F}" type="presParOf" srcId="{445EDB93-EE77-4B02-8D6B-B1CABB18BA3E}" destId="{39886CFB-1A56-479E-A45E-D1DAC4DAB3E8}" srcOrd="1" destOrd="0" presId="urn:microsoft.com/office/officeart/2005/8/layout/hProcess7"/>
    <dgm:cxn modelId="{FD2EA5F9-E692-4B35-81E5-A89024FCA44F}" type="presParOf" srcId="{445EDB93-EE77-4B02-8D6B-B1CABB18BA3E}" destId="{3DC29D19-B8DF-4063-8E3C-CE9B59420AF3}" srcOrd="2" destOrd="0" presId="urn:microsoft.com/office/officeart/2005/8/layout/hProcess7"/>
    <dgm:cxn modelId="{A983ED89-C757-4E1C-9A9D-B080A59047B6}" type="presParOf" srcId="{3DC29D19-B8DF-4063-8E3C-CE9B59420AF3}" destId="{49CF317A-5D6A-41CE-A4E7-49C69E296F53}" srcOrd="0" destOrd="0" presId="urn:microsoft.com/office/officeart/2005/8/layout/hProcess7"/>
    <dgm:cxn modelId="{C268C0F9-4FCB-4A9D-BEB1-0C33DE1D8DDD}" type="presParOf" srcId="{3DC29D19-B8DF-4063-8E3C-CE9B59420AF3}" destId="{AAE2C96E-7A25-4B41-8613-68C54C8664A3}" srcOrd="1" destOrd="0" presId="urn:microsoft.com/office/officeart/2005/8/layout/hProcess7"/>
    <dgm:cxn modelId="{77DECB34-C6B9-45DF-B6B8-1E9F6ABFB8DD}" type="presParOf" srcId="{3DC29D19-B8DF-4063-8E3C-CE9B59420AF3}" destId="{BCFC1E02-C002-4159-8A01-28207FBAA09A}" srcOrd="2" destOrd="0" presId="urn:microsoft.com/office/officeart/2005/8/layout/hProcess7"/>
    <dgm:cxn modelId="{2E4EDF00-6CB4-4347-A0AF-F91E656CB10A}" type="presParOf" srcId="{445EDB93-EE77-4B02-8D6B-B1CABB18BA3E}" destId="{FEBCC1CD-E2F0-429F-A63D-9DAC5BB495FD}" srcOrd="3" destOrd="0" presId="urn:microsoft.com/office/officeart/2005/8/layout/hProcess7"/>
    <dgm:cxn modelId="{A589FD93-73A8-4385-990C-14D004CAF228}" type="presParOf" srcId="{445EDB93-EE77-4B02-8D6B-B1CABB18BA3E}" destId="{393EA140-0E57-4635-8FC7-A2B8BDE4EFBE}" srcOrd="4" destOrd="0" presId="urn:microsoft.com/office/officeart/2005/8/layout/hProcess7"/>
    <dgm:cxn modelId="{9F9D567F-509A-4624-BAF1-336404D68C8D}" type="presParOf" srcId="{393EA140-0E57-4635-8FC7-A2B8BDE4EFBE}" destId="{76E52B89-02B4-4D99-8E76-3922005008B0}" srcOrd="0" destOrd="0" presId="urn:microsoft.com/office/officeart/2005/8/layout/hProcess7"/>
    <dgm:cxn modelId="{120AADCC-1858-4A5A-BB50-BA7DF31D2E3A}" type="presParOf" srcId="{393EA140-0E57-4635-8FC7-A2B8BDE4EFBE}" destId="{CCE397CC-7F1E-4EA7-8B18-47BFDBE6725E}" srcOrd="1" destOrd="0" presId="urn:microsoft.com/office/officeart/2005/8/layout/hProcess7"/>
    <dgm:cxn modelId="{C0035B51-A6F4-413F-8893-F63E538BEB9C}" type="presParOf" srcId="{393EA140-0E57-4635-8FC7-A2B8BDE4EFBE}" destId="{3732B343-ADAF-4E17-9F71-65FC80BBBFCB}" srcOrd="2" destOrd="0" presId="urn:microsoft.com/office/officeart/2005/8/layout/hProcess7"/>
    <dgm:cxn modelId="{348B52E4-4B56-4351-B69B-18D3F94633E9}" type="presParOf" srcId="{445EDB93-EE77-4B02-8D6B-B1CABB18BA3E}" destId="{0BAD1B50-488C-42FA-A9C3-E2627035A668}" srcOrd="5" destOrd="0" presId="urn:microsoft.com/office/officeart/2005/8/layout/hProcess7"/>
    <dgm:cxn modelId="{CF8E8642-04A6-4325-9372-F12A8CEBFF90}" type="presParOf" srcId="{445EDB93-EE77-4B02-8D6B-B1CABB18BA3E}" destId="{734AD084-BDC5-4F29-BB4A-DCEC0C67CDB3}" srcOrd="6" destOrd="0" presId="urn:microsoft.com/office/officeart/2005/8/layout/hProcess7"/>
    <dgm:cxn modelId="{A99FC054-90EF-49D1-82E7-4F7BD8E80EB8}" type="presParOf" srcId="{734AD084-BDC5-4F29-BB4A-DCEC0C67CDB3}" destId="{9C006958-CDC0-4625-96A9-C4847E0F5B8C}" srcOrd="0" destOrd="0" presId="urn:microsoft.com/office/officeart/2005/8/layout/hProcess7"/>
    <dgm:cxn modelId="{BE6A7EA1-BC94-479A-A028-CD940DA4F7BD}" type="presParOf" srcId="{734AD084-BDC5-4F29-BB4A-DCEC0C67CDB3}" destId="{F9EDF5CA-BDF9-4A14-AD77-73E151488EC7}" srcOrd="1" destOrd="0" presId="urn:microsoft.com/office/officeart/2005/8/layout/hProcess7"/>
    <dgm:cxn modelId="{C83EF32B-036F-4AF9-806A-9B8A41722539}" type="presParOf" srcId="{734AD084-BDC5-4F29-BB4A-DCEC0C67CDB3}" destId="{FAD0E95D-52C7-4FB4-BAA8-D512FAADE205}" srcOrd="2" destOrd="0" presId="urn:microsoft.com/office/officeart/2005/8/layout/hProcess7"/>
    <dgm:cxn modelId="{800E5CFE-1334-4729-B53A-73C30E28CEE2}" type="presParOf" srcId="{445EDB93-EE77-4B02-8D6B-B1CABB18BA3E}" destId="{4284E2DE-7408-44CB-9A9F-0209AF0E71AB}" srcOrd="7" destOrd="0" presId="urn:microsoft.com/office/officeart/2005/8/layout/hProcess7"/>
    <dgm:cxn modelId="{8C667DCB-40D5-4BA6-A987-525539DC99F5}" type="presParOf" srcId="{445EDB93-EE77-4B02-8D6B-B1CABB18BA3E}" destId="{807CC0F5-6F9D-423F-9B65-73B6ABAF37B7}" srcOrd="8" destOrd="0" presId="urn:microsoft.com/office/officeart/2005/8/layout/hProcess7"/>
    <dgm:cxn modelId="{FC2D78F5-D56F-40EE-B0A5-1BCF63A57ADD}" type="presParOf" srcId="{807CC0F5-6F9D-423F-9B65-73B6ABAF37B7}" destId="{A61D6127-31F2-4169-9941-2AF7C485DCB4}" srcOrd="0" destOrd="0" presId="urn:microsoft.com/office/officeart/2005/8/layout/hProcess7"/>
    <dgm:cxn modelId="{5C112EF2-CF81-4BC1-8606-C769D01BF4E7}" type="presParOf" srcId="{807CC0F5-6F9D-423F-9B65-73B6ABAF37B7}" destId="{2C595BEA-25D2-4E5C-8590-50540951E139}" srcOrd="1" destOrd="0" presId="urn:microsoft.com/office/officeart/2005/8/layout/hProcess7"/>
    <dgm:cxn modelId="{CDEFD32A-0492-420D-A4CB-E2389C6B5C8A}" type="presParOf" srcId="{807CC0F5-6F9D-423F-9B65-73B6ABAF37B7}" destId="{8F95576D-F67C-4A3A-9E3F-58DDD9C072C7}" srcOrd="2" destOrd="0" presId="urn:microsoft.com/office/officeart/2005/8/layout/hProcess7"/>
    <dgm:cxn modelId="{365AFB56-58DC-4E90-B5A7-976794D32A77}" type="presParOf" srcId="{445EDB93-EE77-4B02-8D6B-B1CABB18BA3E}" destId="{9B05A77C-2BFA-4A5A-BBFF-818090C66C08}" srcOrd="9" destOrd="0" presId="urn:microsoft.com/office/officeart/2005/8/layout/hProcess7"/>
    <dgm:cxn modelId="{99EB0BB5-EDEA-4C78-B609-DA2C060CE44F}" type="presParOf" srcId="{445EDB93-EE77-4B02-8D6B-B1CABB18BA3E}" destId="{C5C348A8-9646-4A7C-81F5-9BA461C357EB}" srcOrd="10" destOrd="0" presId="urn:microsoft.com/office/officeart/2005/8/layout/hProcess7"/>
    <dgm:cxn modelId="{D03E1A88-2A75-4045-9211-480A436E4F0C}" type="presParOf" srcId="{C5C348A8-9646-4A7C-81F5-9BA461C357EB}" destId="{5BFEC495-A15B-45F6-AF36-6B0324691E74}" srcOrd="0" destOrd="0" presId="urn:microsoft.com/office/officeart/2005/8/layout/hProcess7"/>
    <dgm:cxn modelId="{13504F39-6DFE-44D9-8276-5B210372E641}" type="presParOf" srcId="{C5C348A8-9646-4A7C-81F5-9BA461C357EB}" destId="{0B5019BD-FB3D-4857-9C23-A40A93CEA3F3}" srcOrd="1" destOrd="0" presId="urn:microsoft.com/office/officeart/2005/8/layout/hProcess7"/>
    <dgm:cxn modelId="{4B785901-38A4-4E9A-8B72-EDCCEB2C015A}" type="presParOf" srcId="{C5C348A8-9646-4A7C-81F5-9BA461C357EB}" destId="{C56DDEFF-A6E4-4C5E-AD63-633254D14D9C}" srcOrd="2" destOrd="0" presId="urn:microsoft.com/office/officeart/2005/8/layout/hProcess7"/>
    <dgm:cxn modelId="{3BE70895-D102-4D52-A089-47B4090F1558}" type="presParOf" srcId="{445EDB93-EE77-4B02-8D6B-B1CABB18BA3E}" destId="{6853B2D8-644C-45A6-BBE7-C3725A60FF32}" srcOrd="11" destOrd="0" presId="urn:microsoft.com/office/officeart/2005/8/layout/hProcess7"/>
    <dgm:cxn modelId="{F95AAEE9-B2FB-497D-A41D-987510F7297A}" type="presParOf" srcId="{445EDB93-EE77-4B02-8D6B-B1CABB18BA3E}" destId="{235FC883-4885-4867-B488-DFA92EDBC698}" srcOrd="12" destOrd="0" presId="urn:microsoft.com/office/officeart/2005/8/layout/hProcess7"/>
    <dgm:cxn modelId="{0DAC63AE-396C-432B-9C36-3B8F6E25AC16}" type="presParOf" srcId="{235FC883-4885-4867-B488-DFA92EDBC698}" destId="{C194573E-5790-40DE-B1DD-65EBC3032E5C}" srcOrd="0" destOrd="0" presId="urn:microsoft.com/office/officeart/2005/8/layout/hProcess7"/>
    <dgm:cxn modelId="{20E679F5-B803-4986-8066-1E49471E9644}" type="presParOf" srcId="{235FC883-4885-4867-B488-DFA92EDBC698}" destId="{EADCD35A-E6BD-44E2-9F28-B7C6E952AF9B}" srcOrd="1" destOrd="0" presId="urn:microsoft.com/office/officeart/2005/8/layout/hProcess7"/>
    <dgm:cxn modelId="{E7311794-FC7D-47A5-AD49-1D97CBB1CEC0}" type="presParOf" srcId="{235FC883-4885-4867-B488-DFA92EDBC698}" destId="{97EA5F7F-9AD1-45E9-9EAB-A0D099BE49CA}" srcOrd="2" destOrd="0" presId="urn:microsoft.com/office/officeart/2005/8/layout/hProcess7"/>
    <dgm:cxn modelId="{80D74F2E-5818-4211-B908-04C35EEA4059}" type="presParOf" srcId="{445EDB93-EE77-4B02-8D6B-B1CABB18BA3E}" destId="{F97BA287-C0C4-4DC8-8366-E4C56C5A132B}" srcOrd="13" destOrd="0" presId="urn:microsoft.com/office/officeart/2005/8/layout/hProcess7"/>
    <dgm:cxn modelId="{D01938A9-F451-4624-AE66-942C0A515D25}" type="presParOf" srcId="{445EDB93-EE77-4B02-8D6B-B1CABB18BA3E}" destId="{B6225903-DDF2-4126-A242-E786A386CE0B}" srcOrd="14" destOrd="0" presId="urn:microsoft.com/office/officeart/2005/8/layout/hProcess7"/>
    <dgm:cxn modelId="{DD19AC24-6A58-4E9E-9139-C0FAF64DD5DB}" type="presParOf" srcId="{B6225903-DDF2-4126-A242-E786A386CE0B}" destId="{00EBF521-AA36-4062-9228-69CC7BF677DB}" srcOrd="0" destOrd="0" presId="urn:microsoft.com/office/officeart/2005/8/layout/hProcess7"/>
    <dgm:cxn modelId="{17F07575-B268-4D56-A0C6-8A2B19C7FBD3}" type="presParOf" srcId="{B6225903-DDF2-4126-A242-E786A386CE0B}" destId="{4C5F895D-A44B-4816-BBF1-46AD49D87011}" srcOrd="1" destOrd="0" presId="urn:microsoft.com/office/officeart/2005/8/layout/hProcess7"/>
    <dgm:cxn modelId="{6C9B215A-E669-43C2-AE37-809C7D0E9ABB}" type="presParOf" srcId="{B6225903-DDF2-4126-A242-E786A386CE0B}" destId="{61B3F7C8-B810-423C-97FC-84E51CAD8413}" srcOrd="2" destOrd="0" presId="urn:microsoft.com/office/officeart/2005/8/layout/hProcess7"/>
    <dgm:cxn modelId="{153BA88C-D22B-4509-B3E1-4D553BA66065}" type="presParOf" srcId="{445EDB93-EE77-4B02-8D6B-B1CABB18BA3E}" destId="{36534221-4CD0-4583-BE9E-D6601C300E9F}" srcOrd="15" destOrd="0" presId="urn:microsoft.com/office/officeart/2005/8/layout/hProcess7"/>
    <dgm:cxn modelId="{B5CE987E-D956-4E46-9A31-3AC2C16D52CB}" type="presParOf" srcId="{445EDB93-EE77-4B02-8D6B-B1CABB18BA3E}" destId="{13984E30-FDA1-4EA2-AB9D-81DE1147B6C3}" srcOrd="16" destOrd="0" presId="urn:microsoft.com/office/officeart/2005/8/layout/hProcess7"/>
    <dgm:cxn modelId="{9733A6D7-8464-403E-B3D6-F755AC454C11}" type="presParOf" srcId="{13984E30-FDA1-4EA2-AB9D-81DE1147B6C3}" destId="{BF278A51-B89C-4A67-AA55-3DD9AEAC5395}" srcOrd="0" destOrd="0" presId="urn:microsoft.com/office/officeart/2005/8/layout/hProcess7"/>
    <dgm:cxn modelId="{2B32E2FB-6D71-421C-A0E2-325F4C402428}" type="presParOf" srcId="{13984E30-FDA1-4EA2-AB9D-81DE1147B6C3}" destId="{08735AD8-C625-4BE7-8631-3171BC075CE3}" srcOrd="1" destOrd="0" presId="urn:microsoft.com/office/officeart/2005/8/layout/hProcess7"/>
    <dgm:cxn modelId="{6F635773-FC0F-4577-928D-905042B545ED}" type="presParOf" srcId="{13984E30-FDA1-4EA2-AB9D-81DE1147B6C3}" destId="{C36D7011-1B4D-471C-98EF-8D7BA57F4183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915E74-87A7-4ABD-A090-0966C6FD0B4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CBC2FF-A150-4734-BE46-F5034EBE89F9}">
      <dgm:prSet phldrT="[Text]"/>
      <dgm:spPr/>
      <dgm:t>
        <a:bodyPr/>
        <a:lstStyle/>
        <a:p>
          <a:r>
            <a:rPr lang="en-US" dirty="0"/>
            <a:t>FEASABILLITY ANALYSIS </a:t>
          </a:r>
        </a:p>
      </dgm:t>
    </dgm:pt>
    <dgm:pt modelId="{6A2FCC08-C833-498A-BE52-9F9B6886AC34}" type="parTrans" cxnId="{747C3CC4-1F4F-4C48-AC4D-A96A88A18B24}">
      <dgm:prSet/>
      <dgm:spPr/>
      <dgm:t>
        <a:bodyPr/>
        <a:lstStyle/>
        <a:p>
          <a:endParaRPr lang="en-US"/>
        </a:p>
      </dgm:t>
    </dgm:pt>
    <dgm:pt modelId="{362B2F1F-4C58-43BA-9738-A72F981A8149}" type="sibTrans" cxnId="{747C3CC4-1F4F-4C48-AC4D-A96A88A18B24}">
      <dgm:prSet/>
      <dgm:spPr/>
      <dgm:t>
        <a:bodyPr/>
        <a:lstStyle/>
        <a:p>
          <a:endParaRPr lang="en-US"/>
        </a:p>
      </dgm:t>
    </dgm:pt>
    <dgm:pt modelId="{281DA32F-AC7C-44FB-A2C5-F7A501D42D0C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900" b="0" dirty="0"/>
            <a:t>TECHNOLOGY FEASIBLE</a:t>
          </a:r>
        </a:p>
      </dgm:t>
    </dgm:pt>
    <dgm:pt modelId="{6650D76A-9336-4DFC-B7DE-6762BE99D3C6}" type="parTrans" cxnId="{9AC706F5-71C3-4A78-9CD8-787E09CA75C1}">
      <dgm:prSet/>
      <dgm:spPr/>
      <dgm:t>
        <a:bodyPr/>
        <a:lstStyle/>
        <a:p>
          <a:endParaRPr lang="en-US"/>
        </a:p>
      </dgm:t>
    </dgm:pt>
    <dgm:pt modelId="{AFD04E50-90E5-404D-8E60-09279D3442A7}" type="sibTrans" cxnId="{9AC706F5-71C3-4A78-9CD8-787E09CA75C1}">
      <dgm:prSet/>
      <dgm:spPr/>
      <dgm:t>
        <a:bodyPr/>
        <a:lstStyle/>
        <a:p>
          <a:endParaRPr lang="en-US"/>
        </a:p>
      </dgm:t>
    </dgm:pt>
    <dgm:pt modelId="{CA4836D4-3BC2-46A2-80FD-C35139FE8B3E}">
      <dgm:prSet phldrT="[Text]"/>
      <dgm:spPr/>
      <dgm:t>
        <a:bodyPr/>
        <a:lstStyle/>
        <a:p>
          <a:r>
            <a:rPr lang="en-US" dirty="0"/>
            <a:t>KEY CHALLENGES AND RISKS </a:t>
          </a:r>
        </a:p>
      </dgm:t>
    </dgm:pt>
    <dgm:pt modelId="{A2F659B9-9569-4A45-976E-783AA6233413}" type="parTrans" cxnId="{A5E02409-7A3D-4FB8-9F0B-F5B03DE86811}">
      <dgm:prSet/>
      <dgm:spPr/>
      <dgm:t>
        <a:bodyPr/>
        <a:lstStyle/>
        <a:p>
          <a:endParaRPr lang="en-US"/>
        </a:p>
      </dgm:t>
    </dgm:pt>
    <dgm:pt modelId="{EE1BDF40-2F91-418E-ADF8-0F3CF67167B7}" type="sibTrans" cxnId="{A5E02409-7A3D-4FB8-9F0B-F5B03DE86811}">
      <dgm:prSet/>
      <dgm:spPr/>
      <dgm:t>
        <a:bodyPr/>
        <a:lstStyle/>
        <a:p>
          <a:endParaRPr lang="en-US"/>
        </a:p>
      </dgm:t>
    </dgm:pt>
    <dgm:pt modelId="{9A3B01ED-419B-4A4D-959B-A54A367056EB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LIMITED GPU/ VRAM </a:t>
          </a:r>
        </a:p>
      </dgm:t>
    </dgm:pt>
    <dgm:pt modelId="{9AEC0C47-5458-4455-8FD6-C7B796FE92D5}" type="parTrans" cxnId="{F247BB33-76BB-4E7E-AD0F-5C9D58893D96}">
      <dgm:prSet/>
      <dgm:spPr/>
      <dgm:t>
        <a:bodyPr/>
        <a:lstStyle/>
        <a:p>
          <a:endParaRPr lang="en-US"/>
        </a:p>
      </dgm:t>
    </dgm:pt>
    <dgm:pt modelId="{FBA2408C-1C12-41FC-A85F-BA03F601F9EE}" type="sibTrans" cxnId="{F247BB33-76BB-4E7E-AD0F-5C9D58893D96}">
      <dgm:prSet/>
      <dgm:spPr/>
      <dgm:t>
        <a:bodyPr/>
        <a:lstStyle/>
        <a:p>
          <a:endParaRPr lang="en-US"/>
        </a:p>
      </dgm:t>
    </dgm:pt>
    <dgm:pt modelId="{6275284A-CE23-4CE2-8E5F-A669BC88AB40}">
      <dgm:prSet phldrT="[Text]"/>
      <dgm:spPr/>
      <dgm:t>
        <a:bodyPr/>
        <a:lstStyle/>
        <a:p>
          <a:r>
            <a:rPr lang="en-US" dirty="0"/>
            <a:t>MITIGATION STRATEGIES </a:t>
          </a:r>
        </a:p>
      </dgm:t>
    </dgm:pt>
    <dgm:pt modelId="{ADF5EA91-8064-4261-9B87-8C8E5855839E}" type="parTrans" cxnId="{ED2E2E7C-14E2-40FA-A08E-282025527467}">
      <dgm:prSet/>
      <dgm:spPr/>
      <dgm:t>
        <a:bodyPr/>
        <a:lstStyle/>
        <a:p>
          <a:endParaRPr lang="en-US"/>
        </a:p>
      </dgm:t>
    </dgm:pt>
    <dgm:pt modelId="{B260DAE2-B163-44D5-9EAE-06AB3ECBB4AA}" type="sibTrans" cxnId="{ED2E2E7C-14E2-40FA-A08E-282025527467}">
      <dgm:prSet/>
      <dgm:spPr/>
      <dgm:t>
        <a:bodyPr/>
        <a:lstStyle/>
        <a:p>
          <a:endParaRPr lang="en-US"/>
        </a:p>
      </dgm:t>
    </dgm:pt>
    <dgm:pt modelId="{C355E442-6424-4659-9392-951CA2E6DA11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OPTIMIZE AND RIGHT SIZE MODELS</a:t>
          </a:r>
        </a:p>
      </dgm:t>
    </dgm:pt>
    <dgm:pt modelId="{CD033CE7-5081-4614-B296-54D11B09E3BC}" type="parTrans" cxnId="{C6AF0D64-43E3-4A87-B95E-7316E83EC1DE}">
      <dgm:prSet/>
      <dgm:spPr/>
      <dgm:t>
        <a:bodyPr/>
        <a:lstStyle/>
        <a:p>
          <a:endParaRPr lang="en-US"/>
        </a:p>
      </dgm:t>
    </dgm:pt>
    <dgm:pt modelId="{47EE3E35-7196-4C4A-840B-784E3CD4D637}" type="sibTrans" cxnId="{C6AF0D64-43E3-4A87-B95E-7316E83EC1DE}">
      <dgm:prSet/>
      <dgm:spPr/>
      <dgm:t>
        <a:bodyPr/>
        <a:lstStyle/>
        <a:p>
          <a:endParaRPr lang="en-US"/>
        </a:p>
      </dgm:t>
    </dgm:pt>
    <dgm:pt modelId="{7C0E8DB5-B1E8-4B4B-A8E3-45B7C32C4509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900" b="0" dirty="0"/>
            <a:t> INFRASTRUCTURE FEASIBLE</a:t>
          </a:r>
        </a:p>
      </dgm:t>
    </dgm:pt>
    <dgm:pt modelId="{AF428DC0-7B73-4217-8650-889F812F168C}" type="parTrans" cxnId="{4622E310-1AB3-4CA9-8721-92FE47FBE763}">
      <dgm:prSet/>
      <dgm:spPr/>
      <dgm:t>
        <a:bodyPr/>
        <a:lstStyle/>
        <a:p>
          <a:endParaRPr lang="en-US"/>
        </a:p>
      </dgm:t>
    </dgm:pt>
    <dgm:pt modelId="{A0D28987-3043-4B49-8442-5CFABEB1E4C9}" type="sibTrans" cxnId="{4622E310-1AB3-4CA9-8721-92FE47FBE763}">
      <dgm:prSet/>
      <dgm:spPr/>
      <dgm:t>
        <a:bodyPr/>
        <a:lstStyle/>
        <a:p>
          <a:endParaRPr lang="en-US"/>
        </a:p>
      </dgm:t>
    </dgm:pt>
    <dgm:pt modelId="{D4EA9313-366F-4A9F-B727-ADA1DC18DD4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900" b="0" dirty="0"/>
            <a:t>DEPLOYMENT FEASIBLE</a:t>
          </a:r>
        </a:p>
      </dgm:t>
    </dgm:pt>
    <dgm:pt modelId="{D966FA95-34B2-46BF-BD85-9CB64C6409BC}" type="parTrans" cxnId="{00B0BB6E-24D4-49A4-ACED-AC4F08D177AB}">
      <dgm:prSet/>
      <dgm:spPr/>
      <dgm:t>
        <a:bodyPr/>
        <a:lstStyle/>
        <a:p>
          <a:endParaRPr lang="en-US"/>
        </a:p>
      </dgm:t>
    </dgm:pt>
    <dgm:pt modelId="{D060086D-6996-4B8B-ABE8-EB68BE6878B3}" type="sibTrans" cxnId="{00B0BB6E-24D4-49A4-ACED-AC4F08D177AB}">
      <dgm:prSet/>
      <dgm:spPr/>
      <dgm:t>
        <a:bodyPr/>
        <a:lstStyle/>
        <a:p>
          <a:endParaRPr lang="en-US"/>
        </a:p>
      </dgm:t>
    </dgm:pt>
    <dgm:pt modelId="{D2101CC1-37B7-47E3-AAE9-76337317BD21}">
      <dgm:prSet phldrT="[Text]" custT="1"/>
      <dgm:spPr/>
      <dgm:t>
        <a:bodyPr/>
        <a:lstStyle/>
        <a:p>
          <a:endParaRPr lang="en-US" sz="900" b="0" dirty="0"/>
        </a:p>
      </dgm:t>
    </dgm:pt>
    <dgm:pt modelId="{480CDC0C-62F3-4F2B-905B-5DDDC408DC48}" type="parTrans" cxnId="{C55BFF02-49E7-48D5-A887-F0A0D4EDCCD4}">
      <dgm:prSet/>
      <dgm:spPr/>
      <dgm:t>
        <a:bodyPr/>
        <a:lstStyle/>
        <a:p>
          <a:endParaRPr lang="en-US"/>
        </a:p>
      </dgm:t>
    </dgm:pt>
    <dgm:pt modelId="{95A385A8-BB2C-48AD-9959-5EB3ED1B51BE}" type="sibTrans" cxnId="{C55BFF02-49E7-48D5-A887-F0A0D4EDCCD4}">
      <dgm:prSet/>
      <dgm:spPr/>
      <dgm:t>
        <a:bodyPr/>
        <a:lstStyle/>
        <a:p>
          <a:endParaRPr lang="en-US"/>
        </a:p>
      </dgm:t>
    </dgm:pt>
    <dgm:pt modelId="{95B6AE2D-21D2-4B7D-8BA8-BA483280DF40}">
      <dgm:prSet phldrT="[Text]" custT="1"/>
      <dgm:spPr/>
      <dgm:t>
        <a:bodyPr/>
        <a:lstStyle/>
        <a:p>
          <a:r>
            <a:rPr lang="en-US" sz="900" b="0" dirty="0"/>
            <a:t>open weight LLMs/ VLMS available</a:t>
          </a:r>
        </a:p>
      </dgm:t>
    </dgm:pt>
    <dgm:pt modelId="{F38942D1-AF96-4E59-8CA9-0CBA84877013}" type="parTrans" cxnId="{AF51346E-61D7-41F5-A25D-3FB13A101D7E}">
      <dgm:prSet/>
      <dgm:spPr/>
      <dgm:t>
        <a:bodyPr/>
        <a:lstStyle/>
        <a:p>
          <a:endParaRPr lang="en-US"/>
        </a:p>
      </dgm:t>
    </dgm:pt>
    <dgm:pt modelId="{077D0B1A-05F0-4D7C-8183-B2308931D276}" type="sibTrans" cxnId="{AF51346E-61D7-41F5-A25D-3FB13A101D7E}">
      <dgm:prSet/>
      <dgm:spPr/>
      <dgm:t>
        <a:bodyPr/>
        <a:lstStyle/>
        <a:p>
          <a:endParaRPr lang="en-US"/>
        </a:p>
      </dgm:t>
    </dgm:pt>
    <dgm:pt modelId="{8812FD5A-96DB-4FA1-8E65-A99CA59BB5DA}">
      <dgm:prSet phldrT="[Text]" custT="1"/>
      <dgm:spPr/>
      <dgm:t>
        <a:bodyPr/>
        <a:lstStyle/>
        <a:p>
          <a:r>
            <a:rPr lang="en-US" sz="900" b="0" dirty="0"/>
            <a:t> Local interference framework mature</a:t>
          </a:r>
        </a:p>
      </dgm:t>
    </dgm:pt>
    <dgm:pt modelId="{1DEB706D-899A-492F-ADE6-408564EB6B5B}" type="parTrans" cxnId="{CC3B4D89-BEED-4654-B55B-EC0299FAF64C}">
      <dgm:prSet/>
      <dgm:spPr/>
      <dgm:t>
        <a:bodyPr/>
        <a:lstStyle/>
        <a:p>
          <a:endParaRPr lang="en-US"/>
        </a:p>
      </dgm:t>
    </dgm:pt>
    <dgm:pt modelId="{6C9EDC41-DC47-4151-B822-6458F53989BF}" type="sibTrans" cxnId="{CC3B4D89-BEED-4654-B55B-EC0299FAF64C}">
      <dgm:prSet/>
      <dgm:spPr/>
      <dgm:t>
        <a:bodyPr/>
        <a:lstStyle/>
        <a:p>
          <a:endParaRPr lang="en-US"/>
        </a:p>
      </dgm:t>
    </dgm:pt>
    <dgm:pt modelId="{DE3A97C5-E50C-408A-BC9B-2081907D4DD3}">
      <dgm:prSet phldrT="[Text]" custT="1"/>
      <dgm:spPr/>
      <dgm:t>
        <a:bodyPr/>
        <a:lstStyle/>
        <a:p>
          <a:r>
            <a:rPr lang="en-US" sz="900" b="0" dirty="0"/>
            <a:t>OCR , RAG and agent frameworks proven)</a:t>
          </a:r>
        </a:p>
      </dgm:t>
    </dgm:pt>
    <dgm:pt modelId="{54434662-253C-4E7C-BC5A-CC4D89799A2E}" type="parTrans" cxnId="{134FB26C-3EA1-43DD-8E7F-75D118B5FA36}">
      <dgm:prSet/>
      <dgm:spPr/>
      <dgm:t>
        <a:bodyPr/>
        <a:lstStyle/>
        <a:p>
          <a:endParaRPr lang="en-US"/>
        </a:p>
      </dgm:t>
    </dgm:pt>
    <dgm:pt modelId="{8E2D532A-80F3-40EC-81A4-FDCE47D821B8}" type="sibTrans" cxnId="{134FB26C-3EA1-43DD-8E7F-75D118B5FA36}">
      <dgm:prSet/>
      <dgm:spPr/>
      <dgm:t>
        <a:bodyPr/>
        <a:lstStyle/>
        <a:p>
          <a:endParaRPr lang="en-US"/>
        </a:p>
      </dgm:t>
    </dgm:pt>
    <dgm:pt modelId="{4105B3B7-CC91-4EFF-B164-B8C433C297D3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900" b="0" dirty="0"/>
            <a:t> DATA FEASIBLE</a:t>
          </a:r>
        </a:p>
      </dgm:t>
    </dgm:pt>
    <dgm:pt modelId="{5CDAFC58-B240-4E73-B685-26F794D69C24}" type="parTrans" cxnId="{32872BD0-2898-4B73-A3D5-4351A2A0C499}">
      <dgm:prSet/>
      <dgm:spPr/>
      <dgm:t>
        <a:bodyPr/>
        <a:lstStyle/>
        <a:p>
          <a:endParaRPr lang="en-US"/>
        </a:p>
      </dgm:t>
    </dgm:pt>
    <dgm:pt modelId="{2E969EE8-8BC4-4966-B5FD-EAB2BB40A766}" type="sibTrans" cxnId="{32872BD0-2898-4B73-A3D5-4351A2A0C499}">
      <dgm:prSet/>
      <dgm:spPr/>
      <dgm:t>
        <a:bodyPr/>
        <a:lstStyle/>
        <a:p>
          <a:endParaRPr lang="en-US"/>
        </a:p>
      </dgm:t>
    </dgm:pt>
    <dgm:pt modelId="{D08D6A97-6B5F-4E4F-A9E3-22DD9A00EE9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Deployable on MRPL’s on-premise GPU servers/ workstations</a:t>
          </a:r>
        </a:p>
      </dgm:t>
    </dgm:pt>
    <dgm:pt modelId="{E47EB2F9-2D9C-48E3-8399-624AF712B711}" type="parTrans" cxnId="{F3EB3F9E-F21C-4D07-B9E4-0EAAC232FBFB}">
      <dgm:prSet/>
      <dgm:spPr/>
      <dgm:t>
        <a:bodyPr/>
        <a:lstStyle/>
        <a:p>
          <a:endParaRPr lang="en-US"/>
        </a:p>
      </dgm:t>
    </dgm:pt>
    <dgm:pt modelId="{612CC6C5-9C46-46D8-85E6-97BB7218CED6}" type="sibTrans" cxnId="{F3EB3F9E-F21C-4D07-B9E4-0EAAC232FBFB}">
      <dgm:prSet/>
      <dgm:spPr/>
      <dgm:t>
        <a:bodyPr/>
        <a:lstStyle/>
        <a:p>
          <a:endParaRPr lang="en-US"/>
        </a:p>
      </dgm:t>
    </dgm:pt>
    <dgm:pt modelId="{6FADED6D-7FB3-4514-83AD-C518590FC0D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 containerized and modular architecture</a:t>
          </a:r>
        </a:p>
      </dgm:t>
    </dgm:pt>
    <dgm:pt modelId="{090763E1-43FA-466A-9DC6-A0F73A06E3D5}" type="parTrans" cxnId="{350DF713-E80A-4379-955A-904FF4853DFC}">
      <dgm:prSet/>
      <dgm:spPr/>
      <dgm:t>
        <a:bodyPr/>
        <a:lstStyle/>
        <a:p>
          <a:endParaRPr lang="en-US"/>
        </a:p>
      </dgm:t>
    </dgm:pt>
    <dgm:pt modelId="{21897844-639F-483D-B5F0-AEA738BC6069}" type="sibTrans" cxnId="{350DF713-E80A-4379-955A-904FF4853DFC}">
      <dgm:prSet/>
      <dgm:spPr/>
      <dgm:t>
        <a:bodyPr/>
        <a:lstStyle/>
        <a:p>
          <a:endParaRPr lang="en-US"/>
        </a:p>
      </dgm:t>
    </dgm:pt>
    <dgm:pt modelId="{E900E9F7-3F36-4BDB-8CDF-7F06A8D33E5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 works in air gapped environment )</a:t>
          </a:r>
        </a:p>
      </dgm:t>
    </dgm:pt>
    <dgm:pt modelId="{7B06BE64-7E94-4448-9427-1F249B7438FF}" type="parTrans" cxnId="{DCFD7AA9-C306-4C6D-97DA-DA2833A4AC94}">
      <dgm:prSet/>
      <dgm:spPr/>
      <dgm:t>
        <a:bodyPr/>
        <a:lstStyle/>
        <a:p>
          <a:endParaRPr lang="en-US"/>
        </a:p>
      </dgm:t>
    </dgm:pt>
    <dgm:pt modelId="{330D00D9-228A-4D7E-BEB6-4EDA4F036326}" type="sibTrans" cxnId="{DCFD7AA9-C306-4C6D-97DA-DA2833A4AC94}">
      <dgm:prSet/>
      <dgm:spPr/>
      <dgm:t>
        <a:bodyPr/>
        <a:lstStyle/>
        <a:p>
          <a:endParaRPr lang="en-US"/>
        </a:p>
      </dgm:t>
    </dgm:pt>
    <dgm:pt modelId="{2AFDFD4D-1D67-4EBD-B218-CEBC134CE04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 MRPL documents can be indexed locally (RAG)</a:t>
          </a:r>
        </a:p>
      </dgm:t>
    </dgm:pt>
    <dgm:pt modelId="{C30D350F-8924-4A95-A83F-AD225821B80A}" type="parTrans" cxnId="{77ED4664-685C-4F6B-B7F1-85C5A3FE26C6}">
      <dgm:prSet/>
      <dgm:spPr/>
      <dgm:t>
        <a:bodyPr/>
        <a:lstStyle/>
        <a:p>
          <a:endParaRPr lang="en-US"/>
        </a:p>
      </dgm:t>
    </dgm:pt>
    <dgm:pt modelId="{7BCD8A2D-3DA7-4CB3-8981-5FF29C2D93F6}" type="sibTrans" cxnId="{77ED4664-685C-4F6B-B7F1-85C5A3FE26C6}">
      <dgm:prSet/>
      <dgm:spPr/>
      <dgm:t>
        <a:bodyPr/>
        <a:lstStyle/>
        <a:p>
          <a:endParaRPr lang="en-US"/>
        </a:p>
      </dgm:t>
    </dgm:pt>
    <dgm:pt modelId="{1BE00EA4-688B-4B00-8329-C3DA3B1023F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 confidential data stays within controlled infrastructure</a:t>
          </a:r>
        </a:p>
      </dgm:t>
    </dgm:pt>
    <dgm:pt modelId="{D61E02B0-5FFF-4393-8268-C72F803C3E84}" type="parTrans" cxnId="{2B6C3ED7-1CE4-4043-B677-A7D5316CDBA1}">
      <dgm:prSet/>
      <dgm:spPr/>
      <dgm:t>
        <a:bodyPr/>
        <a:lstStyle/>
        <a:p>
          <a:endParaRPr lang="en-US"/>
        </a:p>
      </dgm:t>
    </dgm:pt>
    <dgm:pt modelId="{335E4B70-2536-48A8-81DF-8779B2F2700F}" type="sibTrans" cxnId="{2B6C3ED7-1CE4-4043-B677-A7D5316CDBA1}">
      <dgm:prSet/>
      <dgm:spPr/>
      <dgm:t>
        <a:bodyPr/>
        <a:lstStyle/>
        <a:p>
          <a:endParaRPr lang="en-US"/>
        </a:p>
      </dgm:t>
    </dgm:pt>
    <dgm:pt modelId="{5DBDC237-97B2-41FE-AA36-DE3C0CE85AE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Phased rollout (MVP-&gt; Scale)</a:t>
          </a:r>
        </a:p>
      </dgm:t>
    </dgm:pt>
    <dgm:pt modelId="{7687671B-A741-4461-A45F-154B083CB656}" type="parTrans" cxnId="{7B43F9A1-08A5-45A7-BD86-9ED81D4BA463}">
      <dgm:prSet/>
      <dgm:spPr/>
      <dgm:t>
        <a:bodyPr/>
        <a:lstStyle/>
        <a:p>
          <a:endParaRPr lang="en-US"/>
        </a:p>
      </dgm:t>
    </dgm:pt>
    <dgm:pt modelId="{10C6D3A4-6A59-4B4B-8442-CDDD7A3D9F59}" type="sibTrans" cxnId="{7B43F9A1-08A5-45A7-BD86-9ED81D4BA463}">
      <dgm:prSet/>
      <dgm:spPr/>
      <dgm:t>
        <a:bodyPr/>
        <a:lstStyle/>
        <a:p>
          <a:endParaRPr lang="en-US"/>
        </a:p>
      </dgm:t>
    </dgm:pt>
    <dgm:pt modelId="{6E4D2DE3-E70C-4089-8904-EA2FF763167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Easy maintenance and component upgradation</a:t>
          </a:r>
        </a:p>
      </dgm:t>
    </dgm:pt>
    <dgm:pt modelId="{27DCC9EA-065B-4367-B8A2-F7CC6EF51664}" type="parTrans" cxnId="{419657D5-72F0-439D-BC8C-D9DF5FD1BB1B}">
      <dgm:prSet/>
      <dgm:spPr/>
      <dgm:t>
        <a:bodyPr/>
        <a:lstStyle/>
        <a:p>
          <a:endParaRPr lang="en-US"/>
        </a:p>
      </dgm:t>
    </dgm:pt>
    <dgm:pt modelId="{E57FD55A-CE98-4745-9B8C-A2BA2ECBE7EB}" type="sibTrans" cxnId="{419657D5-72F0-439D-BC8C-D9DF5FD1BB1B}">
      <dgm:prSet/>
      <dgm:spPr/>
      <dgm:t>
        <a:bodyPr/>
        <a:lstStyle/>
        <a:p>
          <a:endParaRPr lang="en-US"/>
        </a:p>
      </dgm:t>
    </dgm:pt>
    <dgm:pt modelId="{9555985C-8B27-4B41-A3CF-85587E00551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dirty="0"/>
            <a:t> backed by local IT and security policies </a:t>
          </a:r>
        </a:p>
      </dgm:t>
    </dgm:pt>
    <dgm:pt modelId="{7CE361F1-D662-4441-B3F2-7B23F76200A5}" type="parTrans" cxnId="{D7DC17FC-4176-4142-8661-CCBF0578A609}">
      <dgm:prSet/>
      <dgm:spPr/>
      <dgm:t>
        <a:bodyPr/>
        <a:lstStyle/>
        <a:p>
          <a:endParaRPr lang="en-US"/>
        </a:p>
      </dgm:t>
    </dgm:pt>
    <dgm:pt modelId="{053668DE-C1B0-4AF3-9285-F472B65AE9B8}" type="sibTrans" cxnId="{D7DC17FC-4176-4142-8661-CCBF0578A609}">
      <dgm:prSet/>
      <dgm:spPr/>
      <dgm:t>
        <a:bodyPr/>
        <a:lstStyle/>
        <a:p>
          <a:endParaRPr lang="en-US"/>
        </a:p>
      </dgm:t>
    </dgm:pt>
    <dgm:pt modelId="{659EA2FB-3152-4384-97BE-A7BF8EAF3974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MODEL ACCURACY AND HALLUCINATION </a:t>
          </a:r>
        </a:p>
      </dgm:t>
    </dgm:pt>
    <dgm:pt modelId="{5B1A193B-6A6D-4897-9965-1C8EC64A49C1}" type="parTrans" cxnId="{AD4ABA2B-F8FF-4474-AAD4-4EAF5FCCE82C}">
      <dgm:prSet/>
      <dgm:spPr/>
      <dgm:t>
        <a:bodyPr/>
        <a:lstStyle/>
        <a:p>
          <a:endParaRPr lang="en-US"/>
        </a:p>
      </dgm:t>
    </dgm:pt>
    <dgm:pt modelId="{BF5D50C4-91BF-4690-8069-4A638548CDC5}" type="sibTrans" cxnId="{AD4ABA2B-F8FF-4474-AAD4-4EAF5FCCE82C}">
      <dgm:prSet/>
      <dgm:spPr/>
      <dgm:t>
        <a:bodyPr/>
        <a:lstStyle/>
        <a:p>
          <a:endParaRPr lang="en-US"/>
        </a:p>
      </dgm:t>
    </dgm:pt>
    <dgm:pt modelId="{FB0D5FCC-D6EC-47A3-AA21-4F8BD9A792EB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MULTIMODAL COMPLEXITY</a:t>
          </a:r>
        </a:p>
      </dgm:t>
    </dgm:pt>
    <dgm:pt modelId="{05F85229-D884-4D99-B2A9-10282C17FA3D}" type="parTrans" cxnId="{F1CBC80D-2B07-4340-AC20-88A0AA8BE267}">
      <dgm:prSet/>
      <dgm:spPr/>
      <dgm:t>
        <a:bodyPr/>
        <a:lstStyle/>
        <a:p>
          <a:endParaRPr lang="en-US"/>
        </a:p>
      </dgm:t>
    </dgm:pt>
    <dgm:pt modelId="{77D5FD40-C670-42B2-A772-CA96F6988C55}" type="sibTrans" cxnId="{F1CBC80D-2B07-4340-AC20-88A0AA8BE267}">
      <dgm:prSet/>
      <dgm:spPr/>
      <dgm:t>
        <a:bodyPr/>
        <a:lstStyle/>
        <a:p>
          <a:endParaRPr lang="en-US"/>
        </a:p>
      </dgm:t>
    </dgm:pt>
    <dgm:pt modelId="{E90578BE-4E76-4B3D-8F26-5FE53AF4551D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AI – GENERATED CODE SECURITY </a:t>
          </a:r>
        </a:p>
      </dgm:t>
    </dgm:pt>
    <dgm:pt modelId="{F953F70F-2E1E-45AA-AE5A-9D422A0AB58D}" type="parTrans" cxnId="{263F0E2A-20D6-42EC-AE19-8BC24F0FBEB9}">
      <dgm:prSet/>
      <dgm:spPr/>
      <dgm:t>
        <a:bodyPr/>
        <a:lstStyle/>
        <a:p>
          <a:endParaRPr lang="en-US"/>
        </a:p>
      </dgm:t>
    </dgm:pt>
    <dgm:pt modelId="{6869A452-C4D4-4EE1-9BF7-D6B84168626C}" type="sibTrans" cxnId="{263F0E2A-20D6-42EC-AE19-8BC24F0FBEB9}">
      <dgm:prSet/>
      <dgm:spPr/>
      <dgm:t>
        <a:bodyPr/>
        <a:lstStyle/>
        <a:p>
          <a:endParaRPr lang="en-US"/>
        </a:p>
      </dgm:t>
    </dgm:pt>
    <dgm:pt modelId="{99F45D15-CCB5-49A4-8986-9EDAE23B2C3A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AIR GAPPED DEPLOYMENT </a:t>
          </a:r>
        </a:p>
      </dgm:t>
    </dgm:pt>
    <dgm:pt modelId="{F3F43DBD-C982-4941-860B-AC8BC0AA2FA3}" type="parTrans" cxnId="{29497C82-6F2E-4C29-B5E1-7797230788E0}">
      <dgm:prSet/>
      <dgm:spPr/>
      <dgm:t>
        <a:bodyPr/>
        <a:lstStyle/>
        <a:p>
          <a:endParaRPr lang="en-US"/>
        </a:p>
      </dgm:t>
    </dgm:pt>
    <dgm:pt modelId="{92F7EE12-201E-4FD4-B09F-0E6045C851BA}" type="sibTrans" cxnId="{29497C82-6F2E-4C29-B5E1-7797230788E0}">
      <dgm:prSet/>
      <dgm:spPr/>
      <dgm:t>
        <a:bodyPr/>
        <a:lstStyle/>
        <a:p>
          <a:endParaRPr lang="en-US"/>
        </a:p>
      </dgm:t>
    </dgm:pt>
    <dgm:pt modelId="{B4F52C11-49E7-4186-A8CA-2AD037A9170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Large models require high computational resources </a:t>
          </a:r>
        </a:p>
      </dgm:t>
    </dgm:pt>
    <dgm:pt modelId="{B2B4B82C-2C96-470D-89B8-F094D816D1F8}" type="parTrans" cxnId="{04639E83-5E54-4E4C-87C5-58360C94C4A5}">
      <dgm:prSet/>
      <dgm:spPr/>
      <dgm:t>
        <a:bodyPr/>
        <a:lstStyle/>
        <a:p>
          <a:endParaRPr lang="en-US"/>
        </a:p>
      </dgm:t>
    </dgm:pt>
    <dgm:pt modelId="{87796FE6-7FF6-4E0B-8F43-FAD362526B1F}" type="sibTrans" cxnId="{04639E83-5E54-4E4C-87C5-58360C94C4A5}">
      <dgm:prSet/>
      <dgm:spPr/>
      <dgm:t>
        <a:bodyPr/>
        <a:lstStyle/>
        <a:p>
          <a:endParaRPr lang="en-US"/>
        </a:p>
      </dgm:t>
    </dgm:pt>
    <dgm:pt modelId="{4B2EC532-2454-46E6-8A8C-7C4E06D01EA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Possibility of incorrect or incomplete responses</a:t>
          </a:r>
        </a:p>
      </dgm:t>
    </dgm:pt>
    <dgm:pt modelId="{B8B4FDB1-C112-4620-A8D1-B86B7A950B79}" type="parTrans" cxnId="{433F43B2-4010-4169-A7AC-4C60F4225B42}">
      <dgm:prSet/>
      <dgm:spPr/>
      <dgm:t>
        <a:bodyPr/>
        <a:lstStyle/>
        <a:p>
          <a:endParaRPr lang="en-US"/>
        </a:p>
      </dgm:t>
    </dgm:pt>
    <dgm:pt modelId="{B2D8596A-70A6-4C7A-A953-115AD775794A}" type="sibTrans" cxnId="{433F43B2-4010-4169-A7AC-4C60F4225B42}">
      <dgm:prSet/>
      <dgm:spPr/>
      <dgm:t>
        <a:bodyPr/>
        <a:lstStyle/>
        <a:p>
          <a:endParaRPr lang="en-US"/>
        </a:p>
      </dgm:t>
    </dgm:pt>
    <dgm:pt modelId="{973A22A3-39BE-45FC-B5B1-148AC4F0CA3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Scanned PDFs , drawings , images are harder to process. </a:t>
          </a:r>
        </a:p>
      </dgm:t>
    </dgm:pt>
    <dgm:pt modelId="{908B1290-2525-4E0B-A99A-A90A0750DDC3}" type="parTrans" cxnId="{9768C9A3-00DB-47B5-94FD-0B5F396AC997}">
      <dgm:prSet/>
      <dgm:spPr/>
      <dgm:t>
        <a:bodyPr/>
        <a:lstStyle/>
        <a:p>
          <a:endParaRPr lang="en-US"/>
        </a:p>
      </dgm:t>
    </dgm:pt>
    <dgm:pt modelId="{530531D2-C36F-4FCB-AFA3-96A0F0A9DE71}" type="sibTrans" cxnId="{9768C9A3-00DB-47B5-94FD-0B5F396AC997}">
      <dgm:prSet/>
      <dgm:spPr/>
      <dgm:t>
        <a:bodyPr/>
        <a:lstStyle/>
        <a:p>
          <a:endParaRPr lang="en-US"/>
        </a:p>
      </dgm:t>
    </dgm:pt>
    <dgm:pt modelId="{1036119A-8FE5-4B7E-AFED-59723E71F11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Executing generated code can pose security risks.</a:t>
          </a:r>
        </a:p>
      </dgm:t>
    </dgm:pt>
    <dgm:pt modelId="{13D05FD5-598A-43D5-9A5F-54AFE3F9BDDB}" type="parTrans" cxnId="{94834065-ECC6-44C6-B988-289D511D923E}">
      <dgm:prSet/>
      <dgm:spPr/>
      <dgm:t>
        <a:bodyPr/>
        <a:lstStyle/>
        <a:p>
          <a:endParaRPr lang="en-US"/>
        </a:p>
      </dgm:t>
    </dgm:pt>
    <dgm:pt modelId="{BF116111-DE52-4857-AB6B-C3B9D337AF16}" type="sibTrans" cxnId="{94834065-ECC6-44C6-B988-289D511D923E}">
      <dgm:prSet/>
      <dgm:spPr/>
      <dgm:t>
        <a:bodyPr/>
        <a:lstStyle/>
        <a:p>
          <a:endParaRPr lang="en-US"/>
        </a:p>
      </dgm:t>
    </dgm:pt>
    <dgm:pt modelId="{AD2A8CB1-628A-4A6A-86CF-3E8B5681234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Model updates and dependencies without internet access.</a:t>
          </a:r>
        </a:p>
      </dgm:t>
    </dgm:pt>
    <dgm:pt modelId="{0FC016D1-811C-413A-9966-278A9B01D247}" type="parTrans" cxnId="{88E50DB4-46E8-451B-B907-9EFA6F76D48F}">
      <dgm:prSet/>
      <dgm:spPr/>
      <dgm:t>
        <a:bodyPr/>
        <a:lstStyle/>
        <a:p>
          <a:endParaRPr lang="en-US"/>
        </a:p>
      </dgm:t>
    </dgm:pt>
    <dgm:pt modelId="{7A15B55F-DC29-404E-AE09-A96AF8D07614}" type="sibTrans" cxnId="{88E50DB4-46E8-451B-B907-9EFA6F76D48F}">
      <dgm:prSet/>
      <dgm:spPr/>
      <dgm:t>
        <a:bodyPr/>
        <a:lstStyle/>
        <a:p>
          <a:endParaRPr lang="en-US"/>
        </a:p>
      </dgm:t>
    </dgm:pt>
    <dgm:pt modelId="{513B3C12-499C-4633-836F-C0D948619A24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RAG +VERIFICATION</a:t>
          </a:r>
        </a:p>
      </dgm:t>
    </dgm:pt>
    <dgm:pt modelId="{6630371B-F8CE-4006-98F0-50DC80C48D53}" type="parTrans" cxnId="{3F1A9846-0C33-45D3-8464-C79B6C5E2C96}">
      <dgm:prSet/>
      <dgm:spPr/>
      <dgm:t>
        <a:bodyPr/>
        <a:lstStyle/>
        <a:p>
          <a:endParaRPr lang="en-US"/>
        </a:p>
      </dgm:t>
    </dgm:pt>
    <dgm:pt modelId="{4143EFF1-7DBA-4833-9B89-2BC10BD1BF5C}" type="sibTrans" cxnId="{3F1A9846-0C33-45D3-8464-C79B6C5E2C96}">
      <dgm:prSet/>
      <dgm:spPr/>
      <dgm:t>
        <a:bodyPr/>
        <a:lstStyle/>
        <a:p>
          <a:endParaRPr lang="en-US"/>
        </a:p>
      </dgm:t>
    </dgm:pt>
    <dgm:pt modelId="{7BD0A296-FE6E-4AA9-9171-9DEC5A94E051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ROBUST OCR AND VISION PIPELINE </a:t>
          </a:r>
        </a:p>
      </dgm:t>
    </dgm:pt>
    <dgm:pt modelId="{9DBA0F52-1EF7-4F6D-9FDB-CD88A9CB10EB}" type="parTrans" cxnId="{A6B102FB-AA63-43B0-A41D-64104C83B0A9}">
      <dgm:prSet/>
      <dgm:spPr/>
      <dgm:t>
        <a:bodyPr/>
        <a:lstStyle/>
        <a:p>
          <a:endParaRPr lang="en-US"/>
        </a:p>
      </dgm:t>
    </dgm:pt>
    <dgm:pt modelId="{4C422607-39FB-4391-9507-AE284ED683D1}" type="sibTrans" cxnId="{A6B102FB-AA63-43B0-A41D-64104C83B0A9}">
      <dgm:prSet/>
      <dgm:spPr/>
      <dgm:t>
        <a:bodyPr/>
        <a:lstStyle/>
        <a:p>
          <a:endParaRPr lang="en-US"/>
        </a:p>
      </dgm:t>
    </dgm:pt>
    <dgm:pt modelId="{99D4276A-F6D8-490F-AA4D-0CCA61F4102A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SANDBOXED EXECUTION </a:t>
          </a:r>
        </a:p>
      </dgm:t>
    </dgm:pt>
    <dgm:pt modelId="{17CE61BC-14FF-4BAD-8A3D-D650ABF17D20}" type="parTrans" cxnId="{25765D89-3C1B-41DE-8713-A183EAECA10A}">
      <dgm:prSet/>
      <dgm:spPr/>
      <dgm:t>
        <a:bodyPr/>
        <a:lstStyle/>
        <a:p>
          <a:endParaRPr lang="en-US"/>
        </a:p>
      </dgm:t>
    </dgm:pt>
    <dgm:pt modelId="{198DFA24-8001-4EDA-B54B-45FEEBA14174}" type="sibTrans" cxnId="{25765D89-3C1B-41DE-8713-A183EAECA10A}">
      <dgm:prSet/>
      <dgm:spPr/>
      <dgm:t>
        <a:bodyPr/>
        <a:lstStyle/>
        <a:p>
          <a:endParaRPr lang="en-US"/>
        </a:p>
      </dgm:t>
    </dgm:pt>
    <dgm:pt modelId="{B8E809E2-F3A2-4397-874B-1C00AF617920}">
      <dgm:prSet phldrT="[Text]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dirty="0"/>
            <a:t>OFFLINE READY STACK </a:t>
          </a:r>
        </a:p>
      </dgm:t>
    </dgm:pt>
    <dgm:pt modelId="{C29BAF05-795F-4B7E-9507-83A37B0FE12A}" type="parTrans" cxnId="{E4CECF60-B56A-40DC-9782-9CC69D194B2F}">
      <dgm:prSet/>
      <dgm:spPr/>
      <dgm:t>
        <a:bodyPr/>
        <a:lstStyle/>
        <a:p>
          <a:endParaRPr lang="en-US"/>
        </a:p>
      </dgm:t>
    </dgm:pt>
    <dgm:pt modelId="{E19A9054-17B3-40A1-806F-FF28BB71567E}" type="sibTrans" cxnId="{E4CECF60-B56A-40DC-9782-9CC69D194B2F}">
      <dgm:prSet/>
      <dgm:spPr/>
      <dgm:t>
        <a:bodyPr/>
        <a:lstStyle/>
        <a:p>
          <a:endParaRPr lang="en-US"/>
        </a:p>
      </dgm:t>
    </dgm:pt>
    <dgm:pt modelId="{C04FCD99-175C-4F3B-A2F3-5AF09E3EE35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smaller / quantized models based on benchmarks and workload.</a:t>
          </a:r>
        </a:p>
      </dgm:t>
    </dgm:pt>
    <dgm:pt modelId="{46516816-EF5A-405A-9FDB-6DD3B5D195B7}" type="parTrans" cxnId="{D5E3FF3F-1A89-4B1E-B4E0-E5EABBA4E3E7}">
      <dgm:prSet/>
      <dgm:spPr/>
      <dgm:t>
        <a:bodyPr/>
        <a:lstStyle/>
        <a:p>
          <a:endParaRPr lang="en-US"/>
        </a:p>
      </dgm:t>
    </dgm:pt>
    <dgm:pt modelId="{C61A2E76-7F8B-4A5E-9BE9-09B4E7A04350}" type="sibTrans" cxnId="{D5E3FF3F-1A89-4B1E-B4E0-E5EABBA4E3E7}">
      <dgm:prSet/>
      <dgm:spPr/>
      <dgm:t>
        <a:bodyPr/>
        <a:lstStyle/>
        <a:p>
          <a:endParaRPr lang="en-US"/>
        </a:p>
      </dgm:t>
    </dgm:pt>
    <dgm:pt modelId="{F53A8CAE-A702-4ACA-BC39-1EC896CCA8E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Answers grounded in local knowledge.</a:t>
          </a:r>
        </a:p>
      </dgm:t>
    </dgm:pt>
    <dgm:pt modelId="{FE5ADFF4-7E0D-4338-954A-771B11846FB1}" type="parTrans" cxnId="{E7F9B650-83AE-462B-8C12-8B63C8992AA3}">
      <dgm:prSet/>
      <dgm:spPr/>
      <dgm:t>
        <a:bodyPr/>
        <a:lstStyle/>
        <a:p>
          <a:endParaRPr lang="en-US"/>
        </a:p>
      </dgm:t>
    </dgm:pt>
    <dgm:pt modelId="{11B6EEBF-BBB6-41DD-AC20-4C7E2D986839}" type="sibTrans" cxnId="{E7F9B650-83AE-462B-8C12-8B63C8992AA3}">
      <dgm:prSet/>
      <dgm:spPr/>
      <dgm:t>
        <a:bodyPr/>
        <a:lstStyle/>
        <a:p>
          <a:endParaRPr lang="en-US"/>
        </a:p>
      </dgm:t>
    </dgm:pt>
    <dgm:pt modelId="{40CCFB89-F50B-4DAB-B8AD-FECDEC1FCD4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Source attribution and human in loop validation. </a:t>
          </a:r>
        </a:p>
      </dgm:t>
    </dgm:pt>
    <dgm:pt modelId="{DC8195BB-C062-47A9-BA5A-8EE07E723858}" type="parTrans" cxnId="{968B3C31-BF20-4D6A-9C9D-529ED613780F}">
      <dgm:prSet/>
      <dgm:spPr/>
      <dgm:t>
        <a:bodyPr/>
        <a:lstStyle/>
        <a:p>
          <a:endParaRPr lang="en-US"/>
        </a:p>
      </dgm:t>
    </dgm:pt>
    <dgm:pt modelId="{7D16F89D-9FF7-43D8-8CE8-E517E43C1C1E}" type="sibTrans" cxnId="{968B3C31-BF20-4D6A-9C9D-529ED613780F}">
      <dgm:prSet/>
      <dgm:spPr/>
      <dgm:t>
        <a:bodyPr/>
        <a:lstStyle/>
        <a:p>
          <a:endParaRPr lang="en-US"/>
        </a:p>
      </dgm:t>
    </dgm:pt>
    <dgm:pt modelId="{11694C0B-AB5A-4E67-A81F-D87D2122BAD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specialized OCR/VLM models.</a:t>
          </a:r>
        </a:p>
      </dgm:t>
    </dgm:pt>
    <dgm:pt modelId="{5EF30FA4-F52B-4201-B793-FAE849F8E3EB}" type="parTrans" cxnId="{81193EAC-EA07-4560-AEC4-C848BFDE70BB}">
      <dgm:prSet/>
      <dgm:spPr/>
      <dgm:t>
        <a:bodyPr/>
        <a:lstStyle/>
        <a:p>
          <a:endParaRPr lang="en-US"/>
        </a:p>
      </dgm:t>
    </dgm:pt>
    <dgm:pt modelId="{AFE920BE-4FAE-40AD-ABA0-D7739AB05403}" type="sibTrans" cxnId="{81193EAC-EA07-4560-AEC4-C848BFDE70BB}">
      <dgm:prSet/>
      <dgm:spPr/>
      <dgm:t>
        <a:bodyPr/>
        <a:lstStyle/>
        <a:p>
          <a:endParaRPr lang="en-US"/>
        </a:p>
      </dgm:t>
    </dgm:pt>
    <dgm:pt modelId="{AA876DD0-CBE8-461F-A144-DFDFAB4D55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Continuous datasets testing and tuning. </a:t>
          </a:r>
        </a:p>
      </dgm:t>
    </dgm:pt>
    <dgm:pt modelId="{01CCAF4F-F361-40C7-8361-2089C9252EEF}" type="parTrans" cxnId="{9A371E89-260A-45C9-96F6-8594CA511435}">
      <dgm:prSet/>
      <dgm:spPr/>
      <dgm:t>
        <a:bodyPr/>
        <a:lstStyle/>
        <a:p>
          <a:endParaRPr lang="en-US"/>
        </a:p>
      </dgm:t>
    </dgm:pt>
    <dgm:pt modelId="{E7D748E0-955A-4B76-B057-B12566158ABF}" type="sibTrans" cxnId="{9A371E89-260A-45C9-96F6-8594CA511435}">
      <dgm:prSet/>
      <dgm:spPr/>
      <dgm:t>
        <a:bodyPr/>
        <a:lstStyle/>
        <a:p>
          <a:endParaRPr lang="en-US"/>
        </a:p>
      </dgm:t>
    </dgm:pt>
    <dgm:pt modelId="{F93A060D-7A46-4B57-8A75-1EDD5B5AB1C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Run code in isolated containers with restricted permissions.</a:t>
          </a:r>
        </a:p>
      </dgm:t>
    </dgm:pt>
    <dgm:pt modelId="{3BD75013-C169-4697-BE83-0B4074553409}" type="parTrans" cxnId="{F8DCE1CE-0383-4945-9569-60529EEB7AD1}">
      <dgm:prSet/>
      <dgm:spPr/>
      <dgm:t>
        <a:bodyPr/>
        <a:lstStyle/>
        <a:p>
          <a:endParaRPr lang="en-US"/>
        </a:p>
      </dgm:t>
    </dgm:pt>
    <dgm:pt modelId="{514080FA-4839-496A-81D2-69E0AF45AC76}" type="sibTrans" cxnId="{F8DCE1CE-0383-4945-9569-60529EEB7AD1}">
      <dgm:prSet/>
      <dgm:spPr/>
      <dgm:t>
        <a:bodyPr/>
        <a:lstStyle/>
        <a:p>
          <a:endParaRPr lang="en-US"/>
        </a:p>
      </dgm:t>
    </dgm:pt>
    <dgm:pt modelId="{FA6D6177-BD66-4E54-9565-2A6860191D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No direct system access.</a:t>
          </a:r>
        </a:p>
      </dgm:t>
    </dgm:pt>
    <dgm:pt modelId="{F04A4A8E-B500-4F53-A0E7-70E4988B3F00}" type="parTrans" cxnId="{E9867AEC-C33B-4031-9BD3-0F1CED01D8F8}">
      <dgm:prSet/>
      <dgm:spPr/>
      <dgm:t>
        <a:bodyPr/>
        <a:lstStyle/>
        <a:p>
          <a:endParaRPr lang="en-US"/>
        </a:p>
      </dgm:t>
    </dgm:pt>
    <dgm:pt modelId="{A342D303-F36A-4BB4-BEC2-6F5891907B51}" type="sibTrans" cxnId="{E9867AEC-C33B-4031-9BD3-0F1CED01D8F8}">
      <dgm:prSet/>
      <dgm:spPr/>
      <dgm:t>
        <a:bodyPr/>
        <a:lstStyle/>
        <a:p>
          <a:endParaRPr lang="en-US"/>
        </a:p>
      </dgm:t>
    </dgm:pt>
    <dgm:pt modelId="{E5B294E2-9E01-4C54-BEED-268DA6045B0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 –packaged mode, and libraries.</a:t>
          </a:r>
        </a:p>
      </dgm:t>
    </dgm:pt>
    <dgm:pt modelId="{7D4FE11A-64F3-4326-95F5-50CECA34D083}" type="parTrans" cxnId="{D852D39B-A1FC-4A8A-8889-7ECD7535A474}">
      <dgm:prSet/>
      <dgm:spPr/>
      <dgm:t>
        <a:bodyPr/>
        <a:lstStyle/>
        <a:p>
          <a:endParaRPr lang="en-US"/>
        </a:p>
      </dgm:t>
    </dgm:pt>
    <dgm:pt modelId="{D306D88C-88EF-425C-A746-65F6791C078E}" type="sibTrans" cxnId="{D852D39B-A1FC-4A8A-8889-7ECD7535A474}">
      <dgm:prSet/>
      <dgm:spPr/>
      <dgm:t>
        <a:bodyPr/>
        <a:lstStyle/>
        <a:p>
          <a:endParaRPr lang="en-US"/>
        </a:p>
      </dgm:t>
    </dgm:pt>
    <dgm:pt modelId="{9B9E8450-D024-42EF-A27E-378BDAF6B22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Local repositories and update mechanisms. </a:t>
          </a:r>
        </a:p>
      </dgm:t>
    </dgm:pt>
    <dgm:pt modelId="{29A276D7-2F09-4BDA-A889-3622A8407003}" type="parTrans" cxnId="{64AF2DC2-7D5E-4AD4-B70E-F7AB116BF808}">
      <dgm:prSet/>
      <dgm:spPr/>
      <dgm:t>
        <a:bodyPr/>
        <a:lstStyle/>
        <a:p>
          <a:endParaRPr lang="en-US"/>
        </a:p>
      </dgm:t>
    </dgm:pt>
    <dgm:pt modelId="{CCECB9F9-9443-4BE5-9CF8-BC33661A0420}" type="sibTrans" cxnId="{64AF2DC2-7D5E-4AD4-B70E-F7AB116BF808}">
      <dgm:prSet/>
      <dgm:spPr/>
      <dgm:t>
        <a:bodyPr/>
        <a:lstStyle/>
        <a:p>
          <a:endParaRPr lang="en-US"/>
        </a:p>
      </dgm:t>
    </dgm:pt>
    <dgm:pt modelId="{EE978BE5-136A-4E0E-9995-939DA64F701D}" type="pres">
      <dgm:prSet presAssocID="{15915E74-87A7-4ABD-A090-0966C6FD0B41}" presName="Name0" presStyleCnt="0">
        <dgm:presLayoutVars>
          <dgm:dir/>
          <dgm:animLvl val="lvl"/>
          <dgm:resizeHandles val="exact"/>
        </dgm:presLayoutVars>
      </dgm:prSet>
      <dgm:spPr/>
    </dgm:pt>
    <dgm:pt modelId="{FC4F2C06-3EE2-4CC9-A66F-D62DACC10232}" type="pres">
      <dgm:prSet presAssocID="{D4CBC2FF-A150-4734-BE46-F5034EBE89F9}" presName="composite" presStyleCnt="0"/>
      <dgm:spPr/>
    </dgm:pt>
    <dgm:pt modelId="{D55B9894-CB91-400E-B6D0-4AE05E3B98A2}" type="pres">
      <dgm:prSet presAssocID="{D4CBC2FF-A150-4734-BE46-F5034EBE89F9}" presName="parTx" presStyleLbl="alignNode1" presStyleIdx="0" presStyleCnt="3" custLinFactNeighborX="-103" custLinFactNeighborY="-7594">
        <dgm:presLayoutVars>
          <dgm:chMax val="0"/>
          <dgm:chPref val="0"/>
          <dgm:bulletEnabled val="1"/>
        </dgm:presLayoutVars>
      </dgm:prSet>
      <dgm:spPr/>
    </dgm:pt>
    <dgm:pt modelId="{D3A23332-7DCA-4FA0-9FB8-726AE7E7F914}" type="pres">
      <dgm:prSet presAssocID="{D4CBC2FF-A150-4734-BE46-F5034EBE89F9}" presName="desTx" presStyleLbl="alignAccFollowNode1" presStyleIdx="0" presStyleCnt="3" custScaleY="96531" custLinFactNeighborX="-103" custLinFactNeighborY="10">
        <dgm:presLayoutVars>
          <dgm:bulletEnabled val="1"/>
        </dgm:presLayoutVars>
      </dgm:prSet>
      <dgm:spPr/>
    </dgm:pt>
    <dgm:pt modelId="{BF187A9A-A16B-46DE-93AF-657182BE20E2}" type="pres">
      <dgm:prSet presAssocID="{362B2F1F-4C58-43BA-9738-A72F981A8149}" presName="space" presStyleCnt="0"/>
      <dgm:spPr/>
    </dgm:pt>
    <dgm:pt modelId="{7E2BEE1F-3A8B-416F-BF4E-7A1206554C24}" type="pres">
      <dgm:prSet presAssocID="{CA4836D4-3BC2-46A2-80FD-C35139FE8B3E}" presName="composite" presStyleCnt="0"/>
      <dgm:spPr/>
    </dgm:pt>
    <dgm:pt modelId="{E603311C-7235-4825-AF07-A9C9DDD0101F}" type="pres">
      <dgm:prSet presAssocID="{CA4836D4-3BC2-46A2-80FD-C35139FE8B3E}" presName="parTx" presStyleLbl="alignNode1" presStyleIdx="1" presStyleCnt="3" custScaleY="100408">
        <dgm:presLayoutVars>
          <dgm:chMax val="0"/>
          <dgm:chPref val="0"/>
          <dgm:bulletEnabled val="1"/>
        </dgm:presLayoutVars>
      </dgm:prSet>
      <dgm:spPr/>
    </dgm:pt>
    <dgm:pt modelId="{0D6C4DAD-CA82-46BB-9340-9F62C2BB9A91}" type="pres">
      <dgm:prSet presAssocID="{CA4836D4-3BC2-46A2-80FD-C35139FE8B3E}" presName="desTx" presStyleLbl="alignAccFollowNode1" presStyleIdx="1" presStyleCnt="3" custScaleY="98520" custLinFactNeighborX="0" custLinFactNeighborY="1621">
        <dgm:presLayoutVars>
          <dgm:bulletEnabled val="1"/>
        </dgm:presLayoutVars>
      </dgm:prSet>
      <dgm:spPr/>
    </dgm:pt>
    <dgm:pt modelId="{B0A4B665-6CD6-4F8D-AB91-92E8E157C46F}" type="pres">
      <dgm:prSet presAssocID="{EE1BDF40-2F91-418E-ADF8-0F3CF67167B7}" presName="space" presStyleCnt="0"/>
      <dgm:spPr/>
    </dgm:pt>
    <dgm:pt modelId="{D79BA06F-75C5-40CD-A5A8-F7D6F9E78669}" type="pres">
      <dgm:prSet presAssocID="{6275284A-CE23-4CE2-8E5F-A669BC88AB40}" presName="composite" presStyleCnt="0"/>
      <dgm:spPr/>
    </dgm:pt>
    <dgm:pt modelId="{6E99BA53-080E-4E11-9E2F-7E61FAECAF38}" type="pres">
      <dgm:prSet presAssocID="{6275284A-CE23-4CE2-8E5F-A669BC88AB4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F40A3C5-EAA8-4E9E-8E4D-D2B4C75D9A45}" type="pres">
      <dgm:prSet presAssocID="{6275284A-CE23-4CE2-8E5F-A669BC88AB40}" presName="desTx" presStyleLbl="alignAccFollowNode1" presStyleIdx="2" presStyleCnt="3" custScaleY="94380">
        <dgm:presLayoutVars>
          <dgm:bulletEnabled val="1"/>
        </dgm:presLayoutVars>
      </dgm:prSet>
      <dgm:spPr/>
    </dgm:pt>
  </dgm:ptLst>
  <dgm:cxnLst>
    <dgm:cxn modelId="{6DF8C702-7021-48B5-AC8A-16FBBEBD7E2C}" type="presOf" srcId="{DE3A97C5-E50C-408A-BC9B-2081907D4DD3}" destId="{D3A23332-7DCA-4FA0-9FB8-726AE7E7F914}" srcOrd="0" destOrd="4" presId="urn:microsoft.com/office/officeart/2005/8/layout/hList1"/>
    <dgm:cxn modelId="{93BDD502-9D0B-4C77-98F3-2ECEDEEB28F3}" type="presOf" srcId="{99F45D15-CCB5-49A4-8986-9EDAE23B2C3A}" destId="{0D6C4DAD-CA82-46BB-9340-9F62C2BB9A91}" srcOrd="0" destOrd="8" presId="urn:microsoft.com/office/officeart/2005/8/layout/hList1"/>
    <dgm:cxn modelId="{C55BFF02-49E7-48D5-A887-F0A0D4EDCCD4}" srcId="{D4CBC2FF-A150-4734-BE46-F5034EBE89F9}" destId="{D2101CC1-37B7-47E3-AAE9-76337317BD21}" srcOrd="0" destOrd="0" parTransId="{480CDC0C-62F3-4F2B-905B-5DDDC408DC48}" sibTransId="{95A385A8-BB2C-48AD-9959-5EB3ED1B51BE}"/>
    <dgm:cxn modelId="{A5E02409-7A3D-4FB8-9F0B-F5B03DE86811}" srcId="{15915E74-87A7-4ABD-A090-0966C6FD0B41}" destId="{CA4836D4-3BC2-46A2-80FD-C35139FE8B3E}" srcOrd="1" destOrd="0" parTransId="{A2F659B9-9569-4A45-976E-783AA6233413}" sibTransId="{EE1BDF40-2F91-418E-ADF8-0F3CF67167B7}"/>
    <dgm:cxn modelId="{9CC3E60C-6138-4B8B-933A-541C37BD509D}" type="presOf" srcId="{513B3C12-499C-4633-836F-C0D948619A24}" destId="{EF40A3C5-EAA8-4E9E-8E4D-D2B4C75D9A45}" srcOrd="0" destOrd="2" presId="urn:microsoft.com/office/officeart/2005/8/layout/hList1"/>
    <dgm:cxn modelId="{DBE23D0D-233D-4503-9978-5C6CA97ACEE5}" type="presOf" srcId="{B4F52C11-49E7-4186-A8CA-2AD037A91704}" destId="{0D6C4DAD-CA82-46BB-9340-9F62C2BB9A91}" srcOrd="0" destOrd="1" presId="urn:microsoft.com/office/officeart/2005/8/layout/hList1"/>
    <dgm:cxn modelId="{F1CBC80D-2B07-4340-AC20-88A0AA8BE267}" srcId="{CA4836D4-3BC2-46A2-80FD-C35139FE8B3E}" destId="{FB0D5FCC-D6EC-47A3-AA21-4F8BD9A792EB}" srcOrd="4" destOrd="0" parTransId="{05F85229-D884-4D99-B2A9-10282C17FA3D}" sibTransId="{77D5FD40-C670-42B2-A772-CA96F6988C55}"/>
    <dgm:cxn modelId="{9343030E-EFE8-4207-9F15-843A0A05C7E9}" type="presOf" srcId="{C355E442-6424-4659-9392-951CA2E6DA11}" destId="{EF40A3C5-EAA8-4E9E-8E4D-D2B4C75D9A45}" srcOrd="0" destOrd="0" presId="urn:microsoft.com/office/officeart/2005/8/layout/hList1"/>
    <dgm:cxn modelId="{4622E310-1AB3-4CA9-8721-92FE47FBE763}" srcId="{D4CBC2FF-A150-4734-BE46-F5034EBE89F9}" destId="{7C0E8DB5-B1E8-4B4B-A8E3-45B7C32C4509}" srcOrd="5" destOrd="0" parTransId="{AF428DC0-7B73-4217-8650-889F812F168C}" sibTransId="{A0D28987-3043-4B49-8442-5CFABEB1E4C9}"/>
    <dgm:cxn modelId="{350DF713-E80A-4379-955A-904FF4853DFC}" srcId="{D4CBC2FF-A150-4734-BE46-F5034EBE89F9}" destId="{6FADED6D-7FB3-4514-83AD-C518590FC0D8}" srcOrd="7" destOrd="0" parTransId="{090763E1-43FA-466A-9DC6-A0F73A06E3D5}" sibTransId="{21897844-639F-483D-B5F0-AEA738BC6069}"/>
    <dgm:cxn modelId="{AEF05214-CE81-4484-B2DA-DB74D442FABF}" type="presOf" srcId="{40CCFB89-F50B-4DAB-B8AD-FECDEC1FCD4B}" destId="{EF40A3C5-EAA8-4E9E-8E4D-D2B4C75D9A45}" srcOrd="0" destOrd="4" presId="urn:microsoft.com/office/officeart/2005/8/layout/hList1"/>
    <dgm:cxn modelId="{4BDC4716-C4CE-4BEB-A6B8-8789AC6AB502}" type="presOf" srcId="{D4EA9313-366F-4A9F-B727-ADA1DC18DD4B}" destId="{D3A23332-7DCA-4FA0-9FB8-726AE7E7F914}" srcOrd="0" destOrd="12" presId="urn:microsoft.com/office/officeart/2005/8/layout/hList1"/>
    <dgm:cxn modelId="{7D97D71E-8D2E-4F85-843F-FDE1F8662D82}" type="presOf" srcId="{7C0E8DB5-B1E8-4B4B-A8E3-45B7C32C4509}" destId="{D3A23332-7DCA-4FA0-9FB8-726AE7E7F914}" srcOrd="0" destOrd="5" presId="urn:microsoft.com/office/officeart/2005/8/layout/hList1"/>
    <dgm:cxn modelId="{818B3D27-090D-4232-A932-73352E7687A1}" type="presOf" srcId="{4105B3B7-CC91-4EFF-B164-B8C433C297D3}" destId="{D3A23332-7DCA-4FA0-9FB8-726AE7E7F914}" srcOrd="0" destOrd="9" presId="urn:microsoft.com/office/officeart/2005/8/layout/hList1"/>
    <dgm:cxn modelId="{76DF4927-0474-4400-898E-0319F068EB37}" type="presOf" srcId="{AA876DD0-CBE8-461F-A144-DFDFAB4D55EA}" destId="{EF40A3C5-EAA8-4E9E-8E4D-D2B4C75D9A45}" srcOrd="0" destOrd="7" presId="urn:microsoft.com/office/officeart/2005/8/layout/hList1"/>
    <dgm:cxn modelId="{03181529-C4AA-4A78-B10C-3C56AA760FD0}" type="presOf" srcId="{2AFDFD4D-1D67-4EBD-B218-CEBC134CE04F}" destId="{D3A23332-7DCA-4FA0-9FB8-726AE7E7F914}" srcOrd="0" destOrd="10" presId="urn:microsoft.com/office/officeart/2005/8/layout/hList1"/>
    <dgm:cxn modelId="{263F0E2A-20D6-42EC-AE19-8BC24F0FBEB9}" srcId="{CA4836D4-3BC2-46A2-80FD-C35139FE8B3E}" destId="{E90578BE-4E76-4B3D-8F26-5FE53AF4551D}" srcOrd="6" destOrd="0" parTransId="{F953F70F-2E1E-45AA-AE5A-9D422A0AB58D}" sibTransId="{6869A452-C4D4-4EE1-9BF7-D6B84168626C}"/>
    <dgm:cxn modelId="{AD4ABA2B-F8FF-4474-AAD4-4EAF5FCCE82C}" srcId="{CA4836D4-3BC2-46A2-80FD-C35139FE8B3E}" destId="{659EA2FB-3152-4384-97BE-A7BF8EAF3974}" srcOrd="2" destOrd="0" parTransId="{5B1A193B-6A6D-4897-9965-1C8EC64A49C1}" sibTransId="{BF5D50C4-91BF-4690-8069-4A638548CDC5}"/>
    <dgm:cxn modelId="{968B3C31-BF20-4D6A-9C9D-529ED613780F}" srcId="{6275284A-CE23-4CE2-8E5F-A669BC88AB40}" destId="{40CCFB89-F50B-4DAB-B8AD-FECDEC1FCD4B}" srcOrd="4" destOrd="0" parTransId="{DC8195BB-C062-47A9-BA5A-8EE07E723858}" sibTransId="{7D16F89D-9FF7-43D8-8CE8-E517E43C1C1E}"/>
    <dgm:cxn modelId="{F247BB33-76BB-4E7E-AD0F-5C9D58893D96}" srcId="{CA4836D4-3BC2-46A2-80FD-C35139FE8B3E}" destId="{9A3B01ED-419B-4A4D-959B-A54A367056EB}" srcOrd="0" destOrd="0" parTransId="{9AEC0C47-5458-4455-8FD6-C7B796FE92D5}" sibTransId="{FBA2408C-1C12-41FC-A85F-BA03F601F9EE}"/>
    <dgm:cxn modelId="{D5E3FF3F-1A89-4B1E-B4E0-E5EABBA4E3E7}" srcId="{6275284A-CE23-4CE2-8E5F-A669BC88AB40}" destId="{C04FCD99-175C-4F3B-A2F3-5AF09E3EE35F}" srcOrd="1" destOrd="0" parTransId="{46516816-EF5A-405A-9FDB-6DD3B5D195B7}" sibTransId="{C61A2E76-7F8B-4A5E-9BE9-09B4E7A04350}"/>
    <dgm:cxn modelId="{E4CECF60-B56A-40DC-9782-9CC69D194B2F}" srcId="{6275284A-CE23-4CE2-8E5F-A669BC88AB40}" destId="{B8E809E2-F3A2-4397-874B-1C00AF617920}" srcOrd="11" destOrd="0" parTransId="{C29BAF05-795F-4B7E-9507-83A37B0FE12A}" sibTransId="{E19A9054-17B3-40A1-806F-FF28BB71567E}"/>
    <dgm:cxn modelId="{82C2A641-D9B7-40ED-AB99-E315FDB57BFF}" type="presOf" srcId="{6275284A-CE23-4CE2-8E5F-A669BC88AB40}" destId="{6E99BA53-080E-4E11-9E2F-7E61FAECAF38}" srcOrd="0" destOrd="0" presId="urn:microsoft.com/office/officeart/2005/8/layout/hList1"/>
    <dgm:cxn modelId="{E382B941-AF2F-4D38-9B06-249ADDC3DA22}" type="presOf" srcId="{973A22A3-39BE-45FC-B5B1-148AC4F0CA3F}" destId="{0D6C4DAD-CA82-46BB-9340-9F62C2BB9A91}" srcOrd="0" destOrd="5" presId="urn:microsoft.com/office/officeart/2005/8/layout/hList1"/>
    <dgm:cxn modelId="{C6AF0D64-43E3-4A87-B95E-7316E83EC1DE}" srcId="{6275284A-CE23-4CE2-8E5F-A669BC88AB40}" destId="{C355E442-6424-4659-9392-951CA2E6DA11}" srcOrd="0" destOrd="0" parTransId="{CD033CE7-5081-4614-B296-54D11B09E3BC}" sibTransId="{47EE3E35-7196-4C4A-840B-784E3CD4D637}"/>
    <dgm:cxn modelId="{77ED4664-685C-4F6B-B7F1-85C5A3FE26C6}" srcId="{D4CBC2FF-A150-4734-BE46-F5034EBE89F9}" destId="{2AFDFD4D-1D67-4EBD-B218-CEBC134CE04F}" srcOrd="10" destOrd="0" parTransId="{C30D350F-8924-4A95-A83F-AD225821B80A}" sibTransId="{7BCD8A2D-3DA7-4CB3-8981-5FF29C2D93F6}"/>
    <dgm:cxn modelId="{94834065-ECC6-44C6-B988-289D511D923E}" srcId="{CA4836D4-3BC2-46A2-80FD-C35139FE8B3E}" destId="{1036119A-8FE5-4B7E-AFED-59723E71F112}" srcOrd="7" destOrd="0" parTransId="{13D05FD5-598A-43D5-9A5F-54AFE3F9BDDB}" sibTransId="{BF116111-DE52-4857-AB6B-C3B9D337AF16}"/>
    <dgm:cxn modelId="{FAD72346-F1E6-44E7-A5B1-E8FBDDA263FB}" type="presOf" srcId="{E900E9F7-3F36-4BDB-8CDF-7F06A8D33E5F}" destId="{D3A23332-7DCA-4FA0-9FB8-726AE7E7F914}" srcOrd="0" destOrd="8" presId="urn:microsoft.com/office/officeart/2005/8/layout/hList1"/>
    <dgm:cxn modelId="{3F1A9846-0C33-45D3-8464-C79B6C5E2C96}" srcId="{6275284A-CE23-4CE2-8E5F-A669BC88AB40}" destId="{513B3C12-499C-4633-836F-C0D948619A24}" srcOrd="2" destOrd="0" parTransId="{6630371B-F8CE-4006-98F0-50DC80C48D53}" sibTransId="{4143EFF1-7DBA-4833-9B89-2BC10BD1BF5C}"/>
    <dgm:cxn modelId="{C7D9EA69-5142-446D-B23D-F01D0E377536}" type="presOf" srcId="{9555985C-8B27-4B41-A3CF-85587E005514}" destId="{D3A23332-7DCA-4FA0-9FB8-726AE7E7F914}" srcOrd="0" destOrd="15" presId="urn:microsoft.com/office/officeart/2005/8/layout/hList1"/>
    <dgm:cxn modelId="{C45ECD4A-A39D-4D47-A9CD-18F0331A83DB}" type="presOf" srcId="{D08D6A97-6B5F-4E4F-A9E3-22DD9A00EE9D}" destId="{D3A23332-7DCA-4FA0-9FB8-726AE7E7F914}" srcOrd="0" destOrd="6" presId="urn:microsoft.com/office/officeart/2005/8/layout/hList1"/>
    <dgm:cxn modelId="{55B81E4C-45FD-4440-A2AD-137F0A87B7B5}" type="presOf" srcId="{11694C0B-AB5A-4E67-A81F-D87D2122BADA}" destId="{EF40A3C5-EAA8-4E9E-8E4D-D2B4C75D9A45}" srcOrd="0" destOrd="6" presId="urn:microsoft.com/office/officeart/2005/8/layout/hList1"/>
    <dgm:cxn modelId="{134FB26C-3EA1-43DD-8E7F-75D118B5FA36}" srcId="{D4CBC2FF-A150-4734-BE46-F5034EBE89F9}" destId="{DE3A97C5-E50C-408A-BC9B-2081907D4DD3}" srcOrd="4" destOrd="0" parTransId="{54434662-253C-4E7C-BC5A-CC4D89799A2E}" sibTransId="{8E2D532A-80F3-40EC-81A4-FDCE47D821B8}"/>
    <dgm:cxn modelId="{7390D54C-9086-4901-9366-EF66B0C192CA}" type="presOf" srcId="{1036119A-8FE5-4B7E-AFED-59723E71F112}" destId="{0D6C4DAD-CA82-46BB-9340-9F62C2BB9A91}" srcOrd="0" destOrd="7" presId="urn:microsoft.com/office/officeart/2005/8/layout/hList1"/>
    <dgm:cxn modelId="{AF51346E-61D7-41F5-A25D-3FB13A101D7E}" srcId="{D4CBC2FF-A150-4734-BE46-F5034EBE89F9}" destId="{95B6AE2D-21D2-4B7D-8BA8-BA483280DF40}" srcOrd="2" destOrd="0" parTransId="{F38942D1-AF96-4E59-8CA9-0CBA84877013}" sibTransId="{077D0B1A-05F0-4D7C-8183-B2308931D276}"/>
    <dgm:cxn modelId="{00B0BB6E-24D4-49A4-ACED-AC4F08D177AB}" srcId="{D4CBC2FF-A150-4734-BE46-F5034EBE89F9}" destId="{D4EA9313-366F-4A9F-B727-ADA1DC18DD4B}" srcOrd="12" destOrd="0" parTransId="{D966FA95-34B2-46BF-BD85-9CB64C6409BC}" sibTransId="{D060086D-6996-4B8B-ABE8-EB68BE6878B3}"/>
    <dgm:cxn modelId="{B8A1F06F-A8FF-473C-A419-651F42902D7B}" type="presOf" srcId="{D2101CC1-37B7-47E3-AAE9-76337317BD21}" destId="{D3A23332-7DCA-4FA0-9FB8-726AE7E7F914}" srcOrd="0" destOrd="0" presId="urn:microsoft.com/office/officeart/2005/8/layout/hList1"/>
    <dgm:cxn modelId="{E7F9B650-83AE-462B-8C12-8B63C8992AA3}" srcId="{6275284A-CE23-4CE2-8E5F-A669BC88AB40}" destId="{F53A8CAE-A702-4ACA-BC39-1EC896CCA8E0}" srcOrd="3" destOrd="0" parTransId="{FE5ADFF4-7E0D-4338-954A-771B11846FB1}" sibTransId="{11B6EEBF-BBB6-41DD-AC20-4C7E2D986839}"/>
    <dgm:cxn modelId="{65F8C952-8491-4799-B373-478471DDC734}" type="presOf" srcId="{8812FD5A-96DB-4FA1-8E65-A99CA59BB5DA}" destId="{D3A23332-7DCA-4FA0-9FB8-726AE7E7F914}" srcOrd="0" destOrd="3" presId="urn:microsoft.com/office/officeart/2005/8/layout/hList1"/>
    <dgm:cxn modelId="{74AA4D53-42D3-43F6-92C9-E3FD91CB46F2}" type="presOf" srcId="{FB0D5FCC-D6EC-47A3-AA21-4F8BD9A792EB}" destId="{0D6C4DAD-CA82-46BB-9340-9F62C2BB9A91}" srcOrd="0" destOrd="4" presId="urn:microsoft.com/office/officeart/2005/8/layout/hList1"/>
    <dgm:cxn modelId="{7BB49A77-1563-4B39-A6C5-BBB517ADCC5C}" type="presOf" srcId="{FA6D6177-BD66-4E54-9565-2A6860191D68}" destId="{EF40A3C5-EAA8-4E9E-8E4D-D2B4C75D9A45}" srcOrd="0" destOrd="10" presId="urn:microsoft.com/office/officeart/2005/8/layout/hList1"/>
    <dgm:cxn modelId="{ED2E2E7C-14E2-40FA-A08E-282025527467}" srcId="{15915E74-87A7-4ABD-A090-0966C6FD0B41}" destId="{6275284A-CE23-4CE2-8E5F-A669BC88AB40}" srcOrd="2" destOrd="0" parTransId="{ADF5EA91-8064-4261-9B87-8C8E5855839E}" sibTransId="{B260DAE2-B163-44D5-9EAE-06AB3ECBB4AA}"/>
    <dgm:cxn modelId="{ADA03782-2739-4324-94CD-4C7F6F72EF2B}" type="presOf" srcId="{281DA32F-AC7C-44FB-A2C5-F7A501D42D0C}" destId="{D3A23332-7DCA-4FA0-9FB8-726AE7E7F914}" srcOrd="0" destOrd="1" presId="urn:microsoft.com/office/officeart/2005/8/layout/hList1"/>
    <dgm:cxn modelId="{29497C82-6F2E-4C29-B5E1-7797230788E0}" srcId="{CA4836D4-3BC2-46A2-80FD-C35139FE8B3E}" destId="{99F45D15-CCB5-49A4-8986-9EDAE23B2C3A}" srcOrd="8" destOrd="0" parTransId="{F3F43DBD-C982-4941-860B-AC8BC0AA2FA3}" sibTransId="{92F7EE12-201E-4FD4-B09F-0E6045C851BA}"/>
    <dgm:cxn modelId="{CF9D9282-7944-4292-A6DB-D92C265C1941}" type="presOf" srcId="{4B2EC532-2454-46E6-8A8C-7C4E06D01EAE}" destId="{0D6C4DAD-CA82-46BB-9340-9F62C2BB9A91}" srcOrd="0" destOrd="3" presId="urn:microsoft.com/office/officeart/2005/8/layout/hList1"/>
    <dgm:cxn modelId="{04639E83-5E54-4E4C-87C5-58360C94C4A5}" srcId="{CA4836D4-3BC2-46A2-80FD-C35139FE8B3E}" destId="{B4F52C11-49E7-4186-A8CA-2AD037A91704}" srcOrd="1" destOrd="0" parTransId="{B2B4B82C-2C96-470D-89B8-F094D816D1F8}" sibTransId="{87796FE6-7FF6-4E0B-8F43-FAD362526B1F}"/>
    <dgm:cxn modelId="{C18A8084-18C8-4258-9DEA-B1FDF1161549}" type="presOf" srcId="{6FADED6D-7FB3-4514-83AD-C518590FC0D8}" destId="{D3A23332-7DCA-4FA0-9FB8-726AE7E7F914}" srcOrd="0" destOrd="7" presId="urn:microsoft.com/office/officeart/2005/8/layout/hList1"/>
    <dgm:cxn modelId="{18278486-9805-465C-983B-F6822F230902}" type="presOf" srcId="{F93A060D-7A46-4B57-8A75-1EDD5B5AB1C9}" destId="{EF40A3C5-EAA8-4E9E-8E4D-D2B4C75D9A45}" srcOrd="0" destOrd="9" presId="urn:microsoft.com/office/officeart/2005/8/layout/hList1"/>
    <dgm:cxn modelId="{9A371E89-260A-45C9-96F6-8594CA511435}" srcId="{6275284A-CE23-4CE2-8E5F-A669BC88AB40}" destId="{AA876DD0-CBE8-461F-A144-DFDFAB4D55EA}" srcOrd="7" destOrd="0" parTransId="{01CCAF4F-F361-40C7-8361-2089C9252EEF}" sibTransId="{E7D748E0-955A-4B76-B057-B12566158ABF}"/>
    <dgm:cxn modelId="{25765D89-3C1B-41DE-8713-A183EAECA10A}" srcId="{6275284A-CE23-4CE2-8E5F-A669BC88AB40}" destId="{99D4276A-F6D8-490F-AA4D-0CCA61F4102A}" srcOrd="8" destOrd="0" parTransId="{17CE61BC-14FF-4BAD-8A3D-D650ABF17D20}" sibTransId="{198DFA24-8001-4EDA-B54B-45FEEBA14174}"/>
    <dgm:cxn modelId="{CC3B4D89-BEED-4654-B55B-EC0299FAF64C}" srcId="{D4CBC2FF-A150-4734-BE46-F5034EBE89F9}" destId="{8812FD5A-96DB-4FA1-8E65-A99CA59BB5DA}" srcOrd="3" destOrd="0" parTransId="{1DEB706D-899A-492F-ADE6-408564EB6B5B}" sibTransId="{6C9EDC41-DC47-4151-B822-6458F53989BF}"/>
    <dgm:cxn modelId="{33CF9B8B-FD3E-42E9-949A-75707A00D37F}" type="presOf" srcId="{C04FCD99-175C-4F3B-A2F3-5AF09E3EE35F}" destId="{EF40A3C5-EAA8-4E9E-8E4D-D2B4C75D9A45}" srcOrd="0" destOrd="1" presId="urn:microsoft.com/office/officeart/2005/8/layout/hList1"/>
    <dgm:cxn modelId="{5DC6508F-473F-4986-B91E-147572855176}" type="presOf" srcId="{CA4836D4-3BC2-46A2-80FD-C35139FE8B3E}" destId="{E603311C-7235-4825-AF07-A9C9DDD0101F}" srcOrd="0" destOrd="0" presId="urn:microsoft.com/office/officeart/2005/8/layout/hList1"/>
    <dgm:cxn modelId="{C3C45D94-68C1-400F-99AF-BABAB1014B6B}" type="presOf" srcId="{E5B294E2-9E01-4C54-BEED-268DA6045B02}" destId="{EF40A3C5-EAA8-4E9E-8E4D-D2B4C75D9A45}" srcOrd="0" destOrd="12" presId="urn:microsoft.com/office/officeart/2005/8/layout/hList1"/>
    <dgm:cxn modelId="{A3D0CC94-369C-4663-A3DF-576AF13D6CC9}" type="presOf" srcId="{9B9E8450-D024-42EF-A27E-378BDAF6B22A}" destId="{EF40A3C5-EAA8-4E9E-8E4D-D2B4C75D9A45}" srcOrd="0" destOrd="13" presId="urn:microsoft.com/office/officeart/2005/8/layout/hList1"/>
    <dgm:cxn modelId="{D852D39B-A1FC-4A8A-8889-7ECD7535A474}" srcId="{6275284A-CE23-4CE2-8E5F-A669BC88AB40}" destId="{E5B294E2-9E01-4C54-BEED-268DA6045B02}" srcOrd="12" destOrd="0" parTransId="{7D4FE11A-64F3-4326-95F5-50CECA34D083}" sibTransId="{D306D88C-88EF-425C-A746-65F6791C078E}"/>
    <dgm:cxn modelId="{F3EB3F9E-F21C-4D07-B9E4-0EAAC232FBFB}" srcId="{D4CBC2FF-A150-4734-BE46-F5034EBE89F9}" destId="{D08D6A97-6B5F-4E4F-A9E3-22DD9A00EE9D}" srcOrd="6" destOrd="0" parTransId="{E47EB2F9-2D9C-48E3-8399-624AF712B711}" sibTransId="{612CC6C5-9C46-46D8-85E6-97BB7218CED6}"/>
    <dgm:cxn modelId="{7B43F9A1-08A5-45A7-BD86-9ED81D4BA463}" srcId="{D4CBC2FF-A150-4734-BE46-F5034EBE89F9}" destId="{5DBDC237-97B2-41FE-AA36-DE3C0CE85AE8}" srcOrd="13" destOrd="0" parTransId="{7687671B-A741-4461-A45F-154B083CB656}" sibTransId="{10C6D3A4-6A59-4B4B-8442-CDDD7A3D9F59}"/>
    <dgm:cxn modelId="{41E731A2-3C1B-4604-A4B5-7A5089E9F83F}" type="presOf" srcId="{5DBDC237-97B2-41FE-AA36-DE3C0CE85AE8}" destId="{D3A23332-7DCA-4FA0-9FB8-726AE7E7F914}" srcOrd="0" destOrd="13" presId="urn:microsoft.com/office/officeart/2005/8/layout/hList1"/>
    <dgm:cxn modelId="{6CED3BA2-2309-43BA-8EA3-67A42A68BBA3}" type="presOf" srcId="{6E4D2DE3-E70C-4089-8904-EA2FF7631673}" destId="{D3A23332-7DCA-4FA0-9FB8-726AE7E7F914}" srcOrd="0" destOrd="14" presId="urn:microsoft.com/office/officeart/2005/8/layout/hList1"/>
    <dgm:cxn modelId="{0A9058A2-281A-4E1F-949C-1645F72DCE99}" type="presOf" srcId="{7BD0A296-FE6E-4AA9-9171-9DEC5A94E051}" destId="{EF40A3C5-EAA8-4E9E-8E4D-D2B4C75D9A45}" srcOrd="0" destOrd="5" presId="urn:microsoft.com/office/officeart/2005/8/layout/hList1"/>
    <dgm:cxn modelId="{9768C9A3-00DB-47B5-94FD-0B5F396AC997}" srcId="{CA4836D4-3BC2-46A2-80FD-C35139FE8B3E}" destId="{973A22A3-39BE-45FC-B5B1-148AC4F0CA3F}" srcOrd="5" destOrd="0" parTransId="{908B1290-2525-4E0B-A99A-A90A0750DDC3}" sibTransId="{530531D2-C36F-4FCB-AFA3-96A0F0A9DE71}"/>
    <dgm:cxn modelId="{9072E2A7-FAD5-414D-A151-05F720939E8C}" type="presOf" srcId="{95B6AE2D-21D2-4B7D-8BA8-BA483280DF40}" destId="{D3A23332-7DCA-4FA0-9FB8-726AE7E7F914}" srcOrd="0" destOrd="2" presId="urn:microsoft.com/office/officeart/2005/8/layout/hList1"/>
    <dgm:cxn modelId="{DCFD7AA9-C306-4C6D-97DA-DA2833A4AC94}" srcId="{D4CBC2FF-A150-4734-BE46-F5034EBE89F9}" destId="{E900E9F7-3F36-4BDB-8CDF-7F06A8D33E5F}" srcOrd="8" destOrd="0" parTransId="{7B06BE64-7E94-4448-9427-1F249B7438FF}" sibTransId="{330D00D9-228A-4D7E-BEB6-4EDA4F036326}"/>
    <dgm:cxn modelId="{81193EAC-EA07-4560-AEC4-C848BFDE70BB}" srcId="{6275284A-CE23-4CE2-8E5F-A669BC88AB40}" destId="{11694C0B-AB5A-4E67-A81F-D87D2122BADA}" srcOrd="6" destOrd="0" parTransId="{5EF30FA4-F52B-4201-B793-FAE849F8E3EB}" sibTransId="{AFE920BE-4FAE-40AD-ABA0-D7739AB05403}"/>
    <dgm:cxn modelId="{4B3393AE-BD11-45B8-B673-A10FE5899B5C}" type="presOf" srcId="{F53A8CAE-A702-4ACA-BC39-1EC896CCA8E0}" destId="{EF40A3C5-EAA8-4E9E-8E4D-D2B4C75D9A45}" srcOrd="0" destOrd="3" presId="urn:microsoft.com/office/officeart/2005/8/layout/hList1"/>
    <dgm:cxn modelId="{9C34EAAE-C359-4443-A95E-6A21C39B00BB}" type="presOf" srcId="{99D4276A-F6D8-490F-AA4D-0CCA61F4102A}" destId="{EF40A3C5-EAA8-4E9E-8E4D-D2B4C75D9A45}" srcOrd="0" destOrd="8" presId="urn:microsoft.com/office/officeart/2005/8/layout/hList1"/>
    <dgm:cxn modelId="{433F43B2-4010-4169-A7AC-4C60F4225B42}" srcId="{CA4836D4-3BC2-46A2-80FD-C35139FE8B3E}" destId="{4B2EC532-2454-46E6-8A8C-7C4E06D01EAE}" srcOrd="3" destOrd="0" parTransId="{B8B4FDB1-C112-4620-A8D1-B86B7A950B79}" sibTransId="{B2D8596A-70A6-4C7A-A953-115AD775794A}"/>
    <dgm:cxn modelId="{065C41B3-7ED6-4DE3-AA4E-9689011913F5}" type="presOf" srcId="{659EA2FB-3152-4384-97BE-A7BF8EAF3974}" destId="{0D6C4DAD-CA82-46BB-9340-9F62C2BB9A91}" srcOrd="0" destOrd="2" presId="urn:microsoft.com/office/officeart/2005/8/layout/hList1"/>
    <dgm:cxn modelId="{88E50DB4-46E8-451B-B907-9EFA6F76D48F}" srcId="{CA4836D4-3BC2-46A2-80FD-C35139FE8B3E}" destId="{AD2A8CB1-628A-4A6A-86CF-3E8B56812344}" srcOrd="9" destOrd="0" parTransId="{0FC016D1-811C-413A-9966-278A9B01D247}" sibTransId="{7A15B55F-DC29-404E-AE09-A96AF8D07614}"/>
    <dgm:cxn modelId="{64AF2DC2-7D5E-4AD4-B70E-F7AB116BF808}" srcId="{6275284A-CE23-4CE2-8E5F-A669BC88AB40}" destId="{9B9E8450-D024-42EF-A27E-378BDAF6B22A}" srcOrd="13" destOrd="0" parTransId="{29A276D7-2F09-4BDA-A889-3622A8407003}" sibTransId="{CCECB9F9-9443-4BE5-9CF8-BC33661A0420}"/>
    <dgm:cxn modelId="{747C3CC4-1F4F-4C48-AC4D-A96A88A18B24}" srcId="{15915E74-87A7-4ABD-A090-0966C6FD0B41}" destId="{D4CBC2FF-A150-4734-BE46-F5034EBE89F9}" srcOrd="0" destOrd="0" parTransId="{6A2FCC08-C833-498A-BE52-9F9B6886AC34}" sibTransId="{362B2F1F-4C58-43BA-9738-A72F981A8149}"/>
    <dgm:cxn modelId="{F8DCE1CE-0383-4945-9569-60529EEB7AD1}" srcId="{6275284A-CE23-4CE2-8E5F-A669BC88AB40}" destId="{F93A060D-7A46-4B57-8A75-1EDD5B5AB1C9}" srcOrd="9" destOrd="0" parTransId="{3BD75013-C169-4697-BE83-0B4074553409}" sibTransId="{514080FA-4839-496A-81D2-69E0AF45AC76}"/>
    <dgm:cxn modelId="{32872BD0-2898-4B73-A3D5-4351A2A0C499}" srcId="{D4CBC2FF-A150-4734-BE46-F5034EBE89F9}" destId="{4105B3B7-CC91-4EFF-B164-B8C433C297D3}" srcOrd="9" destOrd="0" parTransId="{5CDAFC58-B240-4E73-B685-26F794D69C24}" sibTransId="{2E969EE8-8BC4-4966-B5FD-EAB2BB40A766}"/>
    <dgm:cxn modelId="{419657D5-72F0-439D-BC8C-D9DF5FD1BB1B}" srcId="{D4CBC2FF-A150-4734-BE46-F5034EBE89F9}" destId="{6E4D2DE3-E70C-4089-8904-EA2FF7631673}" srcOrd="14" destOrd="0" parTransId="{27DCC9EA-065B-4367-B8A2-F7CC6EF51664}" sibTransId="{E57FD55A-CE98-4745-9B8C-A2BA2ECBE7EB}"/>
    <dgm:cxn modelId="{61D26CD6-EA79-465F-9C9A-38326C57D3DF}" type="presOf" srcId="{B8E809E2-F3A2-4397-874B-1C00AF617920}" destId="{EF40A3C5-EAA8-4E9E-8E4D-D2B4C75D9A45}" srcOrd="0" destOrd="11" presId="urn:microsoft.com/office/officeart/2005/8/layout/hList1"/>
    <dgm:cxn modelId="{2B6C3ED7-1CE4-4043-B677-A7D5316CDBA1}" srcId="{D4CBC2FF-A150-4734-BE46-F5034EBE89F9}" destId="{1BE00EA4-688B-4B00-8329-C3DA3B1023F8}" srcOrd="11" destOrd="0" parTransId="{D61E02B0-5FFF-4393-8268-C72F803C3E84}" sibTransId="{335E4B70-2536-48A8-81DF-8779B2F2700F}"/>
    <dgm:cxn modelId="{749162DB-044A-4B9A-8F87-0FCEF2D9BC17}" type="presOf" srcId="{D4CBC2FF-A150-4734-BE46-F5034EBE89F9}" destId="{D55B9894-CB91-400E-B6D0-4AE05E3B98A2}" srcOrd="0" destOrd="0" presId="urn:microsoft.com/office/officeart/2005/8/layout/hList1"/>
    <dgm:cxn modelId="{285F37DD-EBDA-459A-8617-841C1D99945C}" type="presOf" srcId="{9A3B01ED-419B-4A4D-959B-A54A367056EB}" destId="{0D6C4DAD-CA82-46BB-9340-9F62C2BB9A91}" srcOrd="0" destOrd="0" presId="urn:microsoft.com/office/officeart/2005/8/layout/hList1"/>
    <dgm:cxn modelId="{201163E0-99DC-46D1-A6B0-C0AC16F7DAF0}" type="presOf" srcId="{1BE00EA4-688B-4B00-8329-C3DA3B1023F8}" destId="{D3A23332-7DCA-4FA0-9FB8-726AE7E7F914}" srcOrd="0" destOrd="11" presId="urn:microsoft.com/office/officeart/2005/8/layout/hList1"/>
    <dgm:cxn modelId="{E9867AEC-C33B-4031-9BD3-0F1CED01D8F8}" srcId="{6275284A-CE23-4CE2-8E5F-A669BC88AB40}" destId="{FA6D6177-BD66-4E54-9565-2A6860191D68}" srcOrd="10" destOrd="0" parTransId="{F04A4A8E-B500-4F53-A0E7-70E4988B3F00}" sibTransId="{A342D303-F36A-4BB4-BEC2-6F5891907B51}"/>
    <dgm:cxn modelId="{9AC706F5-71C3-4A78-9CD8-787E09CA75C1}" srcId="{D4CBC2FF-A150-4734-BE46-F5034EBE89F9}" destId="{281DA32F-AC7C-44FB-A2C5-F7A501D42D0C}" srcOrd="1" destOrd="0" parTransId="{6650D76A-9336-4DFC-B7DE-6762BE99D3C6}" sibTransId="{AFD04E50-90E5-404D-8E60-09279D3442A7}"/>
    <dgm:cxn modelId="{FB33C5F7-ACEE-4B71-A5C9-75690A0FBEB9}" type="presOf" srcId="{E90578BE-4E76-4B3D-8F26-5FE53AF4551D}" destId="{0D6C4DAD-CA82-46BB-9340-9F62C2BB9A91}" srcOrd="0" destOrd="6" presId="urn:microsoft.com/office/officeart/2005/8/layout/hList1"/>
    <dgm:cxn modelId="{2380B3F9-8C76-4A22-91CF-3D06206CB761}" type="presOf" srcId="{15915E74-87A7-4ABD-A090-0966C6FD0B41}" destId="{EE978BE5-136A-4E0E-9995-939DA64F701D}" srcOrd="0" destOrd="0" presId="urn:microsoft.com/office/officeart/2005/8/layout/hList1"/>
    <dgm:cxn modelId="{A6B102FB-AA63-43B0-A41D-64104C83B0A9}" srcId="{6275284A-CE23-4CE2-8E5F-A669BC88AB40}" destId="{7BD0A296-FE6E-4AA9-9171-9DEC5A94E051}" srcOrd="5" destOrd="0" parTransId="{9DBA0F52-1EF7-4F6D-9FDB-CD88A9CB10EB}" sibTransId="{4C422607-39FB-4391-9507-AE284ED683D1}"/>
    <dgm:cxn modelId="{D7DC17FC-4176-4142-8661-CCBF0578A609}" srcId="{D4CBC2FF-A150-4734-BE46-F5034EBE89F9}" destId="{9555985C-8B27-4B41-A3CF-85587E005514}" srcOrd="15" destOrd="0" parTransId="{7CE361F1-D662-4441-B3F2-7B23F76200A5}" sibTransId="{053668DE-C1B0-4AF3-9285-F472B65AE9B8}"/>
    <dgm:cxn modelId="{5B9F97FF-6D7B-4492-BD65-348EB8457531}" type="presOf" srcId="{AD2A8CB1-628A-4A6A-86CF-3E8B56812344}" destId="{0D6C4DAD-CA82-46BB-9340-9F62C2BB9A91}" srcOrd="0" destOrd="9" presId="urn:microsoft.com/office/officeart/2005/8/layout/hList1"/>
    <dgm:cxn modelId="{B27B17E8-5B25-4D8C-B2EA-34A4A6B86A8A}" type="presParOf" srcId="{EE978BE5-136A-4E0E-9995-939DA64F701D}" destId="{FC4F2C06-3EE2-4CC9-A66F-D62DACC10232}" srcOrd="0" destOrd="0" presId="urn:microsoft.com/office/officeart/2005/8/layout/hList1"/>
    <dgm:cxn modelId="{3920EF9C-835D-48B0-AE73-4CFBAD3B5C5E}" type="presParOf" srcId="{FC4F2C06-3EE2-4CC9-A66F-D62DACC10232}" destId="{D55B9894-CB91-400E-B6D0-4AE05E3B98A2}" srcOrd="0" destOrd="0" presId="urn:microsoft.com/office/officeart/2005/8/layout/hList1"/>
    <dgm:cxn modelId="{EB212BD3-E90B-46F2-B731-FC4CBAB05264}" type="presParOf" srcId="{FC4F2C06-3EE2-4CC9-A66F-D62DACC10232}" destId="{D3A23332-7DCA-4FA0-9FB8-726AE7E7F914}" srcOrd="1" destOrd="0" presId="urn:microsoft.com/office/officeart/2005/8/layout/hList1"/>
    <dgm:cxn modelId="{D18E3AAA-E520-4CD1-BB48-579DC2F8BCB7}" type="presParOf" srcId="{EE978BE5-136A-4E0E-9995-939DA64F701D}" destId="{BF187A9A-A16B-46DE-93AF-657182BE20E2}" srcOrd="1" destOrd="0" presId="urn:microsoft.com/office/officeart/2005/8/layout/hList1"/>
    <dgm:cxn modelId="{528B7112-5C68-46E7-8A9A-8E75075D92EE}" type="presParOf" srcId="{EE978BE5-136A-4E0E-9995-939DA64F701D}" destId="{7E2BEE1F-3A8B-416F-BF4E-7A1206554C24}" srcOrd="2" destOrd="0" presId="urn:microsoft.com/office/officeart/2005/8/layout/hList1"/>
    <dgm:cxn modelId="{D164106A-C5FD-4D07-A602-772F7344C307}" type="presParOf" srcId="{7E2BEE1F-3A8B-416F-BF4E-7A1206554C24}" destId="{E603311C-7235-4825-AF07-A9C9DDD0101F}" srcOrd="0" destOrd="0" presId="urn:microsoft.com/office/officeart/2005/8/layout/hList1"/>
    <dgm:cxn modelId="{4BF4AF24-1FFC-4EB1-B8CD-62DD1C6171C0}" type="presParOf" srcId="{7E2BEE1F-3A8B-416F-BF4E-7A1206554C24}" destId="{0D6C4DAD-CA82-46BB-9340-9F62C2BB9A91}" srcOrd="1" destOrd="0" presId="urn:microsoft.com/office/officeart/2005/8/layout/hList1"/>
    <dgm:cxn modelId="{540B7EDC-2450-4F7B-B8A4-6B705FF6B536}" type="presParOf" srcId="{EE978BE5-136A-4E0E-9995-939DA64F701D}" destId="{B0A4B665-6CD6-4F8D-AB91-92E8E157C46F}" srcOrd="3" destOrd="0" presId="urn:microsoft.com/office/officeart/2005/8/layout/hList1"/>
    <dgm:cxn modelId="{22A5CA1C-B8A4-430F-A104-3ABE242F6430}" type="presParOf" srcId="{EE978BE5-136A-4E0E-9995-939DA64F701D}" destId="{D79BA06F-75C5-40CD-A5A8-F7D6F9E78669}" srcOrd="4" destOrd="0" presId="urn:microsoft.com/office/officeart/2005/8/layout/hList1"/>
    <dgm:cxn modelId="{07F1967E-1893-4D5B-B1DF-1C3616824DED}" type="presParOf" srcId="{D79BA06F-75C5-40CD-A5A8-F7D6F9E78669}" destId="{6E99BA53-080E-4E11-9E2F-7E61FAECAF38}" srcOrd="0" destOrd="0" presId="urn:microsoft.com/office/officeart/2005/8/layout/hList1"/>
    <dgm:cxn modelId="{8E934212-C784-4DC0-91C3-209919A97BEE}" type="presParOf" srcId="{D79BA06F-75C5-40CD-A5A8-F7D6F9E78669}" destId="{EF40A3C5-EAA8-4E9E-8E4D-D2B4C75D9A4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0E3FEF-742C-4347-99A3-B3DC52CA74CF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175386-EE8D-4772-AFC1-AD538375CF16}">
      <dgm:prSet phldrT="[Text]"/>
      <dgm:spPr/>
      <dgm:t>
        <a:bodyPr/>
        <a:lstStyle/>
        <a:p>
          <a:r>
            <a:rPr lang="en-US" dirty="0"/>
            <a:t>IMPACT ON TARGET USERS </a:t>
          </a:r>
        </a:p>
      </dgm:t>
    </dgm:pt>
    <dgm:pt modelId="{0CD90A1F-AD77-4FF5-89B8-44596505FC15}" type="parTrans" cxnId="{D8C66276-60D3-4133-82E1-96C263859AE8}">
      <dgm:prSet/>
      <dgm:spPr/>
      <dgm:t>
        <a:bodyPr/>
        <a:lstStyle/>
        <a:p>
          <a:endParaRPr lang="en-US"/>
        </a:p>
      </dgm:t>
    </dgm:pt>
    <dgm:pt modelId="{47D17D99-66B1-4F11-8E1E-ACD33858EF09}" type="sibTrans" cxnId="{D8C66276-60D3-4133-82E1-96C263859AE8}">
      <dgm:prSet/>
      <dgm:spPr/>
      <dgm:t>
        <a:bodyPr/>
        <a:lstStyle/>
        <a:p>
          <a:endParaRPr lang="en-US"/>
        </a:p>
      </dgm:t>
    </dgm:pt>
    <dgm:pt modelId="{58B5CDAC-54ED-49A6-B878-ED982D2B0B38}">
      <dgm:prSet phldrT="[Text]"/>
      <dgm:spPr/>
      <dgm:t>
        <a:bodyPr/>
        <a:lstStyle/>
        <a:p>
          <a:r>
            <a:rPr lang="en-US" dirty="0"/>
            <a:t>ENGINEERS </a:t>
          </a:r>
        </a:p>
      </dgm:t>
    </dgm:pt>
    <dgm:pt modelId="{0FDF6F33-FED3-4B82-808F-527CEA97CF86}" type="parTrans" cxnId="{0B3AC3E2-AC9D-4305-90C2-CB08C9F31217}">
      <dgm:prSet/>
      <dgm:spPr/>
      <dgm:t>
        <a:bodyPr/>
        <a:lstStyle/>
        <a:p>
          <a:endParaRPr lang="en-US"/>
        </a:p>
      </dgm:t>
    </dgm:pt>
    <dgm:pt modelId="{5D676413-B29A-4E90-B1E0-8112B4699C80}" type="sibTrans" cxnId="{0B3AC3E2-AC9D-4305-90C2-CB08C9F31217}">
      <dgm:prSet/>
      <dgm:spPr/>
      <dgm:t>
        <a:bodyPr/>
        <a:lstStyle/>
        <a:p>
          <a:endParaRPr lang="en-US"/>
        </a:p>
      </dgm:t>
    </dgm:pt>
    <dgm:pt modelId="{218A06BB-8A30-4310-9079-E8F9515361D1}">
      <dgm:prSet phldrT="[Text]"/>
      <dgm:spPr/>
      <dgm:t>
        <a:bodyPr/>
        <a:lstStyle/>
        <a:p>
          <a:r>
            <a:rPr lang="en-US" dirty="0"/>
            <a:t>MAINTENANCE TEAMS </a:t>
          </a:r>
        </a:p>
      </dgm:t>
    </dgm:pt>
    <dgm:pt modelId="{8854B6A7-DC7B-4A0D-A211-ECA2FE4D470D}" type="parTrans" cxnId="{1DDC4240-0AC0-47D9-A545-61E9DB9AC229}">
      <dgm:prSet/>
      <dgm:spPr/>
      <dgm:t>
        <a:bodyPr/>
        <a:lstStyle/>
        <a:p>
          <a:endParaRPr lang="en-US"/>
        </a:p>
      </dgm:t>
    </dgm:pt>
    <dgm:pt modelId="{42843EB6-F700-47E5-9E53-FBC26B5EF48E}" type="sibTrans" cxnId="{1DDC4240-0AC0-47D9-A545-61E9DB9AC229}">
      <dgm:prSet/>
      <dgm:spPr/>
      <dgm:t>
        <a:bodyPr/>
        <a:lstStyle/>
        <a:p>
          <a:endParaRPr lang="en-US"/>
        </a:p>
      </dgm:t>
    </dgm:pt>
    <dgm:pt modelId="{EEFC0BB4-FAF4-4069-B33B-49AB1A30C9A0}">
      <dgm:prSet phldrT="[Text]"/>
      <dgm:spPr/>
      <dgm:t>
        <a:bodyPr/>
        <a:lstStyle/>
        <a:p>
          <a:r>
            <a:rPr lang="en-US" dirty="0"/>
            <a:t>KEY BUSINESS BENFITS </a:t>
          </a:r>
        </a:p>
      </dgm:t>
    </dgm:pt>
    <dgm:pt modelId="{943543A0-B87E-4E7B-8E31-FAEB13250C2F}" type="parTrans" cxnId="{F0D85F80-F672-4CB8-AC5F-B5E7DF8002C4}">
      <dgm:prSet/>
      <dgm:spPr/>
      <dgm:t>
        <a:bodyPr/>
        <a:lstStyle/>
        <a:p>
          <a:endParaRPr lang="en-US"/>
        </a:p>
      </dgm:t>
    </dgm:pt>
    <dgm:pt modelId="{ED024642-18EB-4FB3-BBA3-C87E34A24C5B}" type="sibTrans" cxnId="{F0D85F80-F672-4CB8-AC5F-B5E7DF8002C4}">
      <dgm:prSet/>
      <dgm:spPr/>
      <dgm:t>
        <a:bodyPr/>
        <a:lstStyle/>
        <a:p>
          <a:endParaRPr lang="en-US"/>
        </a:p>
      </dgm:t>
    </dgm:pt>
    <dgm:pt modelId="{9A4BB5E6-74B4-4D5B-A166-A80D9B4E518D}">
      <dgm:prSet phldrT="[Text]"/>
      <dgm:spPr/>
      <dgm:t>
        <a:bodyPr/>
        <a:lstStyle/>
        <a:p>
          <a:r>
            <a:rPr lang="en-US" dirty="0"/>
            <a:t>HIGHER PRODUCTIVITY</a:t>
          </a:r>
        </a:p>
      </dgm:t>
    </dgm:pt>
    <dgm:pt modelId="{5E0BD760-82AD-4E37-A39D-CFBA85B0914A}" type="parTrans" cxnId="{10B01635-028E-48A1-A58E-B37AB32AB8D4}">
      <dgm:prSet/>
      <dgm:spPr/>
      <dgm:t>
        <a:bodyPr/>
        <a:lstStyle/>
        <a:p>
          <a:endParaRPr lang="en-US"/>
        </a:p>
      </dgm:t>
    </dgm:pt>
    <dgm:pt modelId="{D9F01753-F9F2-415B-A224-C8CB80106DAE}" type="sibTrans" cxnId="{10B01635-028E-48A1-A58E-B37AB32AB8D4}">
      <dgm:prSet/>
      <dgm:spPr/>
      <dgm:t>
        <a:bodyPr/>
        <a:lstStyle/>
        <a:p>
          <a:endParaRPr lang="en-US"/>
        </a:p>
      </dgm:t>
    </dgm:pt>
    <dgm:pt modelId="{4614762B-3068-4BEC-8366-F436F92EF025}">
      <dgm:prSet phldrT="[Text]"/>
      <dgm:spPr/>
      <dgm:t>
        <a:bodyPr/>
        <a:lstStyle/>
        <a:p>
          <a:r>
            <a:rPr lang="en-US" dirty="0"/>
            <a:t>LONG TERM VALUE  </a:t>
          </a:r>
        </a:p>
      </dgm:t>
    </dgm:pt>
    <dgm:pt modelId="{E77C2B0F-E59F-48C5-85CB-14BD3DEFFEAA}" type="parTrans" cxnId="{449CFF4C-0FAA-41B8-9276-7C817BE015F3}">
      <dgm:prSet/>
      <dgm:spPr/>
      <dgm:t>
        <a:bodyPr/>
        <a:lstStyle/>
        <a:p>
          <a:endParaRPr lang="en-US"/>
        </a:p>
      </dgm:t>
    </dgm:pt>
    <dgm:pt modelId="{D85F3555-98E3-4DB1-BCA5-822B0F2F394D}" type="sibTrans" cxnId="{449CFF4C-0FAA-41B8-9276-7C817BE015F3}">
      <dgm:prSet/>
      <dgm:spPr/>
      <dgm:t>
        <a:bodyPr/>
        <a:lstStyle/>
        <a:p>
          <a:endParaRPr lang="en-US"/>
        </a:p>
      </dgm:t>
    </dgm:pt>
    <dgm:pt modelId="{58C596C4-4F0F-438A-85D8-E2A4001A7F3F}">
      <dgm:prSet phldrT="[Text]"/>
      <dgm:spPr/>
      <dgm:t>
        <a:bodyPr/>
        <a:lstStyle/>
        <a:p>
          <a:r>
            <a:rPr lang="en-US" dirty="0"/>
            <a:t>SCALABLE </a:t>
          </a:r>
        </a:p>
      </dgm:t>
    </dgm:pt>
    <dgm:pt modelId="{A3C77F37-85A1-41A6-B4ED-A429D02CD3FE}" type="parTrans" cxnId="{624D945C-DAD0-4BA8-B0E6-932590081252}">
      <dgm:prSet/>
      <dgm:spPr/>
      <dgm:t>
        <a:bodyPr/>
        <a:lstStyle/>
        <a:p>
          <a:endParaRPr lang="en-US"/>
        </a:p>
      </dgm:t>
    </dgm:pt>
    <dgm:pt modelId="{2CC48AE5-598D-413D-A8B6-A5A98EE24E7B}" type="sibTrans" cxnId="{624D945C-DAD0-4BA8-B0E6-932590081252}">
      <dgm:prSet/>
      <dgm:spPr/>
      <dgm:t>
        <a:bodyPr/>
        <a:lstStyle/>
        <a:p>
          <a:endParaRPr lang="en-US"/>
        </a:p>
      </dgm:t>
    </dgm:pt>
    <dgm:pt modelId="{4B91CDCC-36CF-4DE1-91A7-5E153549F257}">
      <dgm:prSet phldrT="[Text]"/>
      <dgm:spPr/>
      <dgm:t>
        <a:bodyPr/>
        <a:lstStyle/>
        <a:p>
          <a:r>
            <a:rPr lang="en-US" dirty="0"/>
            <a:t>INSPECTION TEAMS </a:t>
          </a:r>
        </a:p>
      </dgm:t>
    </dgm:pt>
    <dgm:pt modelId="{664E1A73-E424-4EA9-BF53-BE8684388ED4}" type="parTrans" cxnId="{BE397A52-59AF-4F11-B119-76C4216AE78D}">
      <dgm:prSet/>
      <dgm:spPr/>
      <dgm:t>
        <a:bodyPr/>
        <a:lstStyle/>
        <a:p>
          <a:endParaRPr lang="en-US"/>
        </a:p>
      </dgm:t>
    </dgm:pt>
    <dgm:pt modelId="{7930B050-7958-4542-9A66-59C9563BCFFF}" type="sibTrans" cxnId="{BE397A52-59AF-4F11-B119-76C4216AE78D}">
      <dgm:prSet/>
      <dgm:spPr/>
      <dgm:t>
        <a:bodyPr/>
        <a:lstStyle/>
        <a:p>
          <a:endParaRPr lang="en-US"/>
        </a:p>
      </dgm:t>
    </dgm:pt>
    <dgm:pt modelId="{1613C4A0-4227-4D95-908A-B5B70C300A05}">
      <dgm:prSet phldrT="[Text]"/>
      <dgm:spPr/>
      <dgm:t>
        <a:bodyPr/>
        <a:lstStyle/>
        <a:p>
          <a:r>
            <a:rPr lang="en-US" dirty="0"/>
            <a:t>ANALYSTS AND PLANNERS </a:t>
          </a:r>
        </a:p>
      </dgm:t>
    </dgm:pt>
    <dgm:pt modelId="{F34B0EA1-8580-4585-ACC9-030F8114211A}" type="parTrans" cxnId="{9DDD2D89-2E60-4724-8E63-04B9DC8E5A4C}">
      <dgm:prSet/>
      <dgm:spPr/>
      <dgm:t>
        <a:bodyPr/>
        <a:lstStyle/>
        <a:p>
          <a:endParaRPr lang="en-US"/>
        </a:p>
      </dgm:t>
    </dgm:pt>
    <dgm:pt modelId="{CEBC0190-C32E-44A9-8EC3-8C32F9376C9F}" type="sibTrans" cxnId="{9DDD2D89-2E60-4724-8E63-04B9DC8E5A4C}">
      <dgm:prSet/>
      <dgm:spPr/>
      <dgm:t>
        <a:bodyPr/>
        <a:lstStyle/>
        <a:p>
          <a:endParaRPr lang="en-US"/>
        </a:p>
      </dgm:t>
    </dgm:pt>
    <dgm:pt modelId="{7A163594-2F17-41BC-8BA1-E99755FB2EF7}">
      <dgm:prSet phldrT="[Text]"/>
      <dgm:spPr/>
      <dgm:t>
        <a:bodyPr/>
        <a:lstStyle/>
        <a:p>
          <a:r>
            <a:rPr lang="en-US" dirty="0"/>
            <a:t>MANAGERS AND DECISION MAKERS </a:t>
          </a:r>
        </a:p>
      </dgm:t>
    </dgm:pt>
    <dgm:pt modelId="{B03A7D58-761D-46A8-A87A-7ED7C0E46FA0}" type="parTrans" cxnId="{38B1F1AD-FFC6-443C-B6EF-3AF2502AA8AA}">
      <dgm:prSet/>
      <dgm:spPr/>
      <dgm:t>
        <a:bodyPr/>
        <a:lstStyle/>
        <a:p>
          <a:endParaRPr lang="en-US"/>
        </a:p>
      </dgm:t>
    </dgm:pt>
    <dgm:pt modelId="{37CEF3F2-AD97-4978-B076-662EFBE29C31}" type="sibTrans" cxnId="{38B1F1AD-FFC6-443C-B6EF-3AF2502AA8AA}">
      <dgm:prSet/>
      <dgm:spPr/>
      <dgm:t>
        <a:bodyPr/>
        <a:lstStyle/>
        <a:p>
          <a:endParaRPr lang="en-US"/>
        </a:p>
      </dgm:t>
    </dgm:pt>
    <dgm:pt modelId="{B4D3417B-B923-4945-8EE0-3A1A20A49BE1}">
      <dgm:prSet phldrT="[Text]"/>
      <dgm:spPr/>
      <dgm:t>
        <a:bodyPr/>
        <a:lstStyle/>
        <a:p>
          <a:r>
            <a:rPr lang="en-US" dirty="0"/>
            <a:t>DATA SOVEREIGNITY AND SECURITY </a:t>
          </a:r>
        </a:p>
      </dgm:t>
    </dgm:pt>
    <dgm:pt modelId="{6F34BC4C-B27E-4FE1-B2EB-04B8D74B0B1D}" type="parTrans" cxnId="{78853DCC-ED01-422E-979F-0233CA4DB1E8}">
      <dgm:prSet/>
      <dgm:spPr/>
      <dgm:t>
        <a:bodyPr/>
        <a:lstStyle/>
        <a:p>
          <a:endParaRPr lang="en-US"/>
        </a:p>
      </dgm:t>
    </dgm:pt>
    <dgm:pt modelId="{81484F1F-4F32-4EC9-9B4A-2F7495ABA98A}" type="sibTrans" cxnId="{78853DCC-ED01-422E-979F-0233CA4DB1E8}">
      <dgm:prSet/>
      <dgm:spPr/>
      <dgm:t>
        <a:bodyPr/>
        <a:lstStyle/>
        <a:p>
          <a:endParaRPr lang="en-US"/>
        </a:p>
      </dgm:t>
    </dgm:pt>
    <dgm:pt modelId="{F6CA4CAB-BA2E-430B-AABD-AF56FED84DED}">
      <dgm:prSet phldrT="[Text]"/>
      <dgm:spPr/>
      <dgm:t>
        <a:bodyPr/>
        <a:lstStyle/>
        <a:p>
          <a:r>
            <a:rPr lang="en-US" dirty="0"/>
            <a:t>FASTER DOCUMENT PROCESSING </a:t>
          </a:r>
        </a:p>
      </dgm:t>
    </dgm:pt>
    <dgm:pt modelId="{6E9DEC88-9CED-4CCC-A57D-AA9C53B8F598}" type="parTrans" cxnId="{9FEE07EA-9DE2-4CF5-90AE-F089BEA7A5FA}">
      <dgm:prSet/>
      <dgm:spPr/>
      <dgm:t>
        <a:bodyPr/>
        <a:lstStyle/>
        <a:p>
          <a:endParaRPr lang="en-US"/>
        </a:p>
      </dgm:t>
    </dgm:pt>
    <dgm:pt modelId="{8696DD71-3248-47CF-B3C8-A4CFDFC446D7}" type="sibTrans" cxnId="{9FEE07EA-9DE2-4CF5-90AE-F089BEA7A5FA}">
      <dgm:prSet/>
      <dgm:spPr/>
      <dgm:t>
        <a:bodyPr/>
        <a:lstStyle/>
        <a:p>
          <a:endParaRPr lang="en-US"/>
        </a:p>
      </dgm:t>
    </dgm:pt>
    <dgm:pt modelId="{8CC1E3F1-F0CC-49B2-9F79-51F6C79F5A3E}">
      <dgm:prSet phldrT="[Text]"/>
      <dgm:spPr/>
      <dgm:t>
        <a:bodyPr/>
        <a:lstStyle/>
        <a:p>
          <a:r>
            <a:rPr lang="en-US" dirty="0"/>
            <a:t>AGENTIC AUTOMATION </a:t>
          </a:r>
        </a:p>
      </dgm:t>
    </dgm:pt>
    <dgm:pt modelId="{28B0B16C-F4A5-4FC0-92B3-972A8D5B0FD7}" type="parTrans" cxnId="{28489466-B93A-43DD-B2C4-E9FEDEF42548}">
      <dgm:prSet/>
      <dgm:spPr/>
      <dgm:t>
        <a:bodyPr/>
        <a:lstStyle/>
        <a:p>
          <a:endParaRPr lang="en-US"/>
        </a:p>
      </dgm:t>
    </dgm:pt>
    <dgm:pt modelId="{5C72A47F-BF0D-4BF7-BC0A-B4E80E108632}" type="sibTrans" cxnId="{28489466-B93A-43DD-B2C4-E9FEDEF42548}">
      <dgm:prSet/>
      <dgm:spPr/>
      <dgm:t>
        <a:bodyPr/>
        <a:lstStyle/>
        <a:p>
          <a:endParaRPr lang="en-US"/>
        </a:p>
      </dgm:t>
    </dgm:pt>
    <dgm:pt modelId="{041CC974-A24D-406D-91A2-5804D7306488}">
      <dgm:prSet phldrT="[Text]"/>
      <dgm:spPr/>
      <dgm:t>
        <a:bodyPr/>
        <a:lstStyle/>
        <a:p>
          <a:r>
            <a:rPr lang="en-US" dirty="0"/>
            <a:t>REDUCED CLOUD DEPENDENCY </a:t>
          </a:r>
        </a:p>
      </dgm:t>
    </dgm:pt>
    <dgm:pt modelId="{2BED3531-481E-4167-9A08-06E8A1734DE7}" type="parTrans" cxnId="{DD266E46-9194-4CB1-BE15-26F0C01A8F12}">
      <dgm:prSet/>
      <dgm:spPr/>
      <dgm:t>
        <a:bodyPr/>
        <a:lstStyle/>
        <a:p>
          <a:endParaRPr lang="en-US"/>
        </a:p>
      </dgm:t>
    </dgm:pt>
    <dgm:pt modelId="{AE0F6EEE-08D4-4355-8B3C-A07ABA747A9C}" type="sibTrans" cxnId="{DD266E46-9194-4CB1-BE15-26F0C01A8F12}">
      <dgm:prSet/>
      <dgm:spPr/>
      <dgm:t>
        <a:bodyPr/>
        <a:lstStyle/>
        <a:p>
          <a:endParaRPr lang="en-US"/>
        </a:p>
      </dgm:t>
    </dgm:pt>
    <dgm:pt modelId="{0DF99998-723D-4C25-976D-EE49303F4B65}">
      <dgm:prSet phldrT="[Text]"/>
      <dgm:spPr/>
      <dgm:t>
        <a:bodyPr/>
        <a:lstStyle/>
        <a:p>
          <a:r>
            <a:rPr lang="en-US" dirty="0"/>
            <a:t>MULTI DEPARTMENT IMPACT </a:t>
          </a:r>
        </a:p>
      </dgm:t>
    </dgm:pt>
    <dgm:pt modelId="{9434ED30-9380-4633-B394-4F613CB16A5B}" type="parTrans" cxnId="{10A69468-89C4-48E7-8A74-3374EDA66966}">
      <dgm:prSet/>
      <dgm:spPr/>
      <dgm:t>
        <a:bodyPr/>
        <a:lstStyle/>
        <a:p>
          <a:endParaRPr lang="en-US"/>
        </a:p>
      </dgm:t>
    </dgm:pt>
    <dgm:pt modelId="{B16476E0-8D92-4C04-8A14-D4B9DAD72B9B}" type="sibTrans" cxnId="{10A69468-89C4-48E7-8A74-3374EDA66966}">
      <dgm:prSet/>
      <dgm:spPr/>
      <dgm:t>
        <a:bodyPr/>
        <a:lstStyle/>
        <a:p>
          <a:endParaRPr lang="en-US"/>
        </a:p>
      </dgm:t>
    </dgm:pt>
    <dgm:pt modelId="{1970A883-DA4A-4B59-AC5A-F233C37C9B66}">
      <dgm:prSet phldrT="[Text]"/>
      <dgm:spPr/>
      <dgm:t>
        <a:bodyPr/>
        <a:lstStyle/>
        <a:p>
          <a:r>
            <a:rPr lang="en-US" dirty="0"/>
            <a:t>EXTENSIBLE AND FUTURE READY </a:t>
          </a:r>
        </a:p>
      </dgm:t>
    </dgm:pt>
    <dgm:pt modelId="{7E1CFD77-9649-4D6A-BB50-19B4EE077DA1}" type="parTrans" cxnId="{D8DD0D30-0634-40F8-98A8-974015698EC0}">
      <dgm:prSet/>
      <dgm:spPr/>
      <dgm:t>
        <a:bodyPr/>
        <a:lstStyle/>
        <a:p>
          <a:endParaRPr lang="en-US"/>
        </a:p>
      </dgm:t>
    </dgm:pt>
    <dgm:pt modelId="{DBBC9BD4-8CC6-43F1-B0D5-1CE1DB493CE0}" type="sibTrans" cxnId="{D8DD0D30-0634-40F8-98A8-974015698EC0}">
      <dgm:prSet/>
      <dgm:spPr/>
      <dgm:t>
        <a:bodyPr/>
        <a:lstStyle/>
        <a:p>
          <a:endParaRPr lang="en-US"/>
        </a:p>
      </dgm:t>
    </dgm:pt>
    <dgm:pt modelId="{52CA9DAC-6C96-4863-99A7-6DD9A6B37F44}">
      <dgm:prSet phldrT="[Text]"/>
      <dgm:spPr/>
      <dgm:t>
        <a:bodyPr/>
        <a:lstStyle/>
        <a:p>
          <a:r>
            <a:rPr lang="en-US" dirty="0"/>
            <a:t>MODULAR ARCHITECTURE </a:t>
          </a:r>
        </a:p>
      </dgm:t>
    </dgm:pt>
    <dgm:pt modelId="{0F7507F7-6D07-409C-9268-0A4A0AF110D4}" type="parTrans" cxnId="{0305973B-6595-4E2C-86B4-3F7AF96A4646}">
      <dgm:prSet/>
      <dgm:spPr/>
      <dgm:t>
        <a:bodyPr/>
        <a:lstStyle/>
        <a:p>
          <a:endParaRPr lang="en-US"/>
        </a:p>
      </dgm:t>
    </dgm:pt>
    <dgm:pt modelId="{E6D7B6BB-CD9F-4D88-B498-8FCC798A6A2F}" type="sibTrans" cxnId="{0305973B-6595-4E2C-86B4-3F7AF96A4646}">
      <dgm:prSet/>
      <dgm:spPr/>
      <dgm:t>
        <a:bodyPr/>
        <a:lstStyle/>
        <a:p>
          <a:endParaRPr lang="en-US"/>
        </a:p>
      </dgm:t>
    </dgm:pt>
    <dgm:pt modelId="{7945AF49-66DD-42BD-B0D1-DB4EF67CDC32}">
      <dgm:prSet phldrT="[Text]"/>
      <dgm:spPr/>
      <dgm:t>
        <a:bodyPr/>
        <a:lstStyle/>
        <a:p>
          <a:r>
            <a:rPr lang="en-US" dirty="0"/>
            <a:t>REPLICABLE AND SUSTAINABLE </a:t>
          </a:r>
        </a:p>
      </dgm:t>
    </dgm:pt>
    <dgm:pt modelId="{F56AA110-9BF4-4F4D-8829-AF98FE97BC80}" type="parTrans" cxnId="{28C32ED4-7583-4D39-8201-42819FE4198E}">
      <dgm:prSet/>
      <dgm:spPr/>
      <dgm:t>
        <a:bodyPr/>
        <a:lstStyle/>
        <a:p>
          <a:endParaRPr lang="en-US"/>
        </a:p>
      </dgm:t>
    </dgm:pt>
    <dgm:pt modelId="{4F25667C-D902-4B3A-964F-D771ACDF9912}" type="sibTrans" cxnId="{28C32ED4-7583-4D39-8201-42819FE4198E}">
      <dgm:prSet/>
      <dgm:spPr/>
      <dgm:t>
        <a:bodyPr/>
        <a:lstStyle/>
        <a:p>
          <a:endParaRPr lang="en-US"/>
        </a:p>
      </dgm:t>
    </dgm:pt>
    <dgm:pt modelId="{C6DC86E0-AFD9-4E86-A91B-FD88A8924D28}" type="pres">
      <dgm:prSet presAssocID="{FB0E3FEF-742C-4347-99A3-B3DC52CA74CF}" presName="linearFlow" presStyleCnt="0">
        <dgm:presLayoutVars>
          <dgm:dir/>
          <dgm:animLvl val="lvl"/>
          <dgm:resizeHandles/>
        </dgm:presLayoutVars>
      </dgm:prSet>
      <dgm:spPr/>
    </dgm:pt>
    <dgm:pt modelId="{3E2BA4EA-EDC8-4C96-A66F-AC0724FAC4A8}" type="pres">
      <dgm:prSet presAssocID="{AD175386-EE8D-4772-AFC1-AD538375CF16}" presName="compositeNode" presStyleCnt="0">
        <dgm:presLayoutVars>
          <dgm:bulletEnabled val="1"/>
        </dgm:presLayoutVars>
      </dgm:prSet>
      <dgm:spPr/>
    </dgm:pt>
    <dgm:pt modelId="{0FAFE832-6914-40B7-8E7B-25F9227D2861}" type="pres">
      <dgm:prSet presAssocID="{AD175386-EE8D-4772-AFC1-AD538375CF16}" presName="imag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E9EFB396-2726-4FA2-A423-8E7402C1E9C0}" type="pres">
      <dgm:prSet presAssocID="{AD175386-EE8D-4772-AFC1-AD538375CF16}" presName="childNode" presStyleLbl="node1" presStyleIdx="0" presStyleCnt="3">
        <dgm:presLayoutVars>
          <dgm:bulletEnabled val="1"/>
        </dgm:presLayoutVars>
      </dgm:prSet>
      <dgm:spPr/>
    </dgm:pt>
    <dgm:pt modelId="{5D8149B8-ADEB-4F0D-B0C1-25C1F10A5168}" type="pres">
      <dgm:prSet presAssocID="{AD175386-EE8D-4772-AFC1-AD538375CF16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5D4F4C8F-BD64-48E6-8F2C-F6FF80148021}" type="pres">
      <dgm:prSet presAssocID="{47D17D99-66B1-4F11-8E1E-ACD33858EF09}" presName="sibTrans" presStyleCnt="0"/>
      <dgm:spPr/>
    </dgm:pt>
    <dgm:pt modelId="{A9DEB15A-037F-4699-917C-60E319AB865F}" type="pres">
      <dgm:prSet presAssocID="{EEFC0BB4-FAF4-4069-B33B-49AB1A30C9A0}" presName="compositeNode" presStyleCnt="0">
        <dgm:presLayoutVars>
          <dgm:bulletEnabled val="1"/>
        </dgm:presLayoutVars>
      </dgm:prSet>
      <dgm:spPr/>
    </dgm:pt>
    <dgm:pt modelId="{0BFC2394-817E-4AA5-927F-5EB17B3446BE}" type="pres">
      <dgm:prSet presAssocID="{EEFC0BB4-FAF4-4069-B33B-49AB1A30C9A0}" presName="image" presStyleLbl="fgImgPlace1" presStyleIdx="1" presStyleCnt="3" custLinFactNeighborY="35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 with solid fill"/>
        </a:ext>
      </dgm:extLst>
    </dgm:pt>
    <dgm:pt modelId="{54F901F3-B47E-4832-8E08-F9F79377196D}" type="pres">
      <dgm:prSet presAssocID="{EEFC0BB4-FAF4-4069-B33B-49AB1A30C9A0}" presName="childNode" presStyleLbl="node1" presStyleIdx="1" presStyleCnt="3">
        <dgm:presLayoutVars>
          <dgm:bulletEnabled val="1"/>
        </dgm:presLayoutVars>
      </dgm:prSet>
      <dgm:spPr/>
    </dgm:pt>
    <dgm:pt modelId="{BB01857F-E376-49CE-8E3B-CE67A9C1168A}" type="pres">
      <dgm:prSet presAssocID="{EEFC0BB4-FAF4-4069-B33B-49AB1A30C9A0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29698F6B-09F2-4F5F-B3C9-E1E49A8DC0EF}" type="pres">
      <dgm:prSet presAssocID="{ED024642-18EB-4FB3-BBA3-C87E34A24C5B}" presName="sibTrans" presStyleCnt="0"/>
      <dgm:spPr/>
    </dgm:pt>
    <dgm:pt modelId="{BA0396FC-4367-4D7C-8992-BC32B85B0970}" type="pres">
      <dgm:prSet presAssocID="{4614762B-3068-4BEC-8366-F436F92EF025}" presName="compositeNode" presStyleCnt="0">
        <dgm:presLayoutVars>
          <dgm:bulletEnabled val="1"/>
        </dgm:presLayoutVars>
      </dgm:prSet>
      <dgm:spPr/>
    </dgm:pt>
    <dgm:pt modelId="{5A24E73A-2617-432F-B5A8-89FDA2648BD2}" type="pres">
      <dgm:prSet presAssocID="{4614762B-3068-4BEC-8366-F436F92EF025}" presName="image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679861E5-1E1B-408D-8A14-6468D7F19AF6}" type="pres">
      <dgm:prSet presAssocID="{4614762B-3068-4BEC-8366-F436F92EF025}" presName="childNode" presStyleLbl="node1" presStyleIdx="2" presStyleCnt="3" custLinFactNeighborX="2525" custLinFactNeighborY="-1024">
        <dgm:presLayoutVars>
          <dgm:bulletEnabled val="1"/>
        </dgm:presLayoutVars>
      </dgm:prSet>
      <dgm:spPr/>
    </dgm:pt>
    <dgm:pt modelId="{3AB359A8-02FE-4726-9961-B7C7B10C588A}" type="pres">
      <dgm:prSet presAssocID="{4614762B-3068-4BEC-8366-F436F92EF025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232F440F-A544-49CC-A1E0-189D13EB6C13}" type="presOf" srcId="{041CC974-A24D-406D-91A2-5804D7306488}" destId="{54F901F3-B47E-4832-8E08-F9F79377196D}" srcOrd="0" destOrd="4" presId="urn:microsoft.com/office/officeart/2005/8/layout/hList2"/>
    <dgm:cxn modelId="{794C1919-9A00-468D-B73C-0177C92A68EE}" type="presOf" srcId="{F6CA4CAB-BA2E-430B-AABD-AF56FED84DED}" destId="{54F901F3-B47E-4832-8E08-F9F79377196D}" srcOrd="0" destOrd="2" presId="urn:microsoft.com/office/officeart/2005/8/layout/hList2"/>
    <dgm:cxn modelId="{45AD5D27-4017-41B6-A0C8-24F9EC6B3F39}" type="presOf" srcId="{EEFC0BB4-FAF4-4069-B33B-49AB1A30C9A0}" destId="{BB01857F-E376-49CE-8E3B-CE67A9C1168A}" srcOrd="0" destOrd="0" presId="urn:microsoft.com/office/officeart/2005/8/layout/hList2"/>
    <dgm:cxn modelId="{D8DD0D30-0634-40F8-98A8-974015698EC0}" srcId="{4614762B-3068-4BEC-8366-F436F92EF025}" destId="{1970A883-DA4A-4B59-AC5A-F233C37C9B66}" srcOrd="2" destOrd="0" parTransId="{7E1CFD77-9649-4D6A-BB50-19B4EE077DA1}" sibTransId="{DBBC9BD4-8CC6-43F1-B0D5-1CE1DB493CE0}"/>
    <dgm:cxn modelId="{F5E1C031-12A9-470F-8E6D-A1809A04EE9A}" type="presOf" srcId="{52CA9DAC-6C96-4863-99A7-6DD9A6B37F44}" destId="{679861E5-1E1B-408D-8A14-6468D7F19AF6}" srcOrd="0" destOrd="3" presId="urn:microsoft.com/office/officeart/2005/8/layout/hList2"/>
    <dgm:cxn modelId="{10B01635-028E-48A1-A58E-B37AB32AB8D4}" srcId="{EEFC0BB4-FAF4-4069-B33B-49AB1A30C9A0}" destId="{9A4BB5E6-74B4-4D5B-A166-A80D9B4E518D}" srcOrd="0" destOrd="0" parTransId="{5E0BD760-82AD-4E37-A39D-CFBA85B0914A}" sibTransId="{D9F01753-F9F2-415B-A224-C8CB80106DAE}"/>
    <dgm:cxn modelId="{63349735-7706-424A-9709-B2C087B1DFAF}" type="presOf" srcId="{7945AF49-66DD-42BD-B0D1-DB4EF67CDC32}" destId="{679861E5-1E1B-408D-8A14-6468D7F19AF6}" srcOrd="0" destOrd="4" presId="urn:microsoft.com/office/officeart/2005/8/layout/hList2"/>
    <dgm:cxn modelId="{0305973B-6595-4E2C-86B4-3F7AF96A4646}" srcId="{4614762B-3068-4BEC-8366-F436F92EF025}" destId="{52CA9DAC-6C96-4863-99A7-6DD9A6B37F44}" srcOrd="3" destOrd="0" parTransId="{0F7507F7-6D07-409C-9268-0A4A0AF110D4}" sibTransId="{E6D7B6BB-CD9F-4D88-B498-8FCC798A6A2F}"/>
    <dgm:cxn modelId="{1DDC4240-0AC0-47D9-A545-61E9DB9AC229}" srcId="{AD175386-EE8D-4772-AFC1-AD538375CF16}" destId="{218A06BB-8A30-4310-9079-E8F9515361D1}" srcOrd="1" destOrd="0" parTransId="{8854B6A7-DC7B-4A0D-A211-ECA2FE4D470D}" sibTransId="{42843EB6-F700-47E5-9E53-FBC26B5EF48E}"/>
    <dgm:cxn modelId="{624D945C-DAD0-4BA8-B0E6-932590081252}" srcId="{4614762B-3068-4BEC-8366-F436F92EF025}" destId="{58C596C4-4F0F-438A-85D8-E2A4001A7F3F}" srcOrd="0" destOrd="0" parTransId="{A3C77F37-85A1-41A6-B4ED-A429D02CD3FE}" sibTransId="{2CC48AE5-598D-413D-A8B6-A5A98EE24E7B}"/>
    <dgm:cxn modelId="{DD266E46-9194-4CB1-BE15-26F0C01A8F12}" srcId="{EEFC0BB4-FAF4-4069-B33B-49AB1A30C9A0}" destId="{041CC974-A24D-406D-91A2-5804D7306488}" srcOrd="4" destOrd="0" parTransId="{2BED3531-481E-4167-9A08-06E8A1734DE7}" sibTransId="{AE0F6EEE-08D4-4355-8B3C-A07ABA747A9C}"/>
    <dgm:cxn modelId="{28489466-B93A-43DD-B2C4-E9FEDEF42548}" srcId="{EEFC0BB4-FAF4-4069-B33B-49AB1A30C9A0}" destId="{8CC1E3F1-F0CC-49B2-9F79-51F6C79F5A3E}" srcOrd="3" destOrd="0" parTransId="{28B0B16C-F4A5-4FC0-92B3-972A8D5B0FD7}" sibTransId="{5C72A47F-BF0D-4BF7-BC0A-B4E80E108632}"/>
    <dgm:cxn modelId="{10A69468-89C4-48E7-8A74-3374EDA66966}" srcId="{4614762B-3068-4BEC-8366-F436F92EF025}" destId="{0DF99998-723D-4C25-976D-EE49303F4B65}" srcOrd="1" destOrd="0" parTransId="{9434ED30-9380-4633-B394-4F613CB16A5B}" sibTransId="{B16476E0-8D92-4C04-8A14-D4B9DAD72B9B}"/>
    <dgm:cxn modelId="{26620C69-DB07-4CFB-878B-B827C5EAF2C2}" type="presOf" srcId="{8CC1E3F1-F0CC-49B2-9F79-51F6C79F5A3E}" destId="{54F901F3-B47E-4832-8E08-F9F79377196D}" srcOrd="0" destOrd="3" presId="urn:microsoft.com/office/officeart/2005/8/layout/hList2"/>
    <dgm:cxn modelId="{449CFF4C-0FAA-41B8-9276-7C817BE015F3}" srcId="{FB0E3FEF-742C-4347-99A3-B3DC52CA74CF}" destId="{4614762B-3068-4BEC-8366-F436F92EF025}" srcOrd="2" destOrd="0" parTransId="{E77C2B0F-E59F-48C5-85CB-14BD3DEFFEAA}" sibTransId="{D85F3555-98E3-4DB1-BCA5-822B0F2F394D}"/>
    <dgm:cxn modelId="{D36D5B52-3E07-4F27-A2BB-2EEEBB12B66D}" type="presOf" srcId="{1970A883-DA4A-4B59-AC5A-F233C37C9B66}" destId="{679861E5-1E1B-408D-8A14-6468D7F19AF6}" srcOrd="0" destOrd="2" presId="urn:microsoft.com/office/officeart/2005/8/layout/hList2"/>
    <dgm:cxn modelId="{BE397A52-59AF-4F11-B119-76C4216AE78D}" srcId="{AD175386-EE8D-4772-AFC1-AD538375CF16}" destId="{4B91CDCC-36CF-4DE1-91A7-5E153549F257}" srcOrd="2" destOrd="0" parTransId="{664E1A73-E424-4EA9-BF53-BE8684388ED4}" sibTransId="{7930B050-7958-4542-9A66-59C9563BCFFF}"/>
    <dgm:cxn modelId="{4281D173-CF52-466A-884B-3B02732972A9}" type="presOf" srcId="{218A06BB-8A30-4310-9079-E8F9515361D1}" destId="{E9EFB396-2726-4FA2-A423-8E7402C1E9C0}" srcOrd="0" destOrd="1" presId="urn:microsoft.com/office/officeart/2005/8/layout/hList2"/>
    <dgm:cxn modelId="{D8C66276-60D3-4133-82E1-96C263859AE8}" srcId="{FB0E3FEF-742C-4347-99A3-B3DC52CA74CF}" destId="{AD175386-EE8D-4772-AFC1-AD538375CF16}" srcOrd="0" destOrd="0" parTransId="{0CD90A1F-AD77-4FF5-89B8-44596505FC15}" sibTransId="{47D17D99-66B1-4F11-8E1E-ACD33858EF09}"/>
    <dgm:cxn modelId="{F0D85F80-F672-4CB8-AC5F-B5E7DF8002C4}" srcId="{FB0E3FEF-742C-4347-99A3-B3DC52CA74CF}" destId="{EEFC0BB4-FAF4-4069-B33B-49AB1A30C9A0}" srcOrd="1" destOrd="0" parTransId="{943543A0-B87E-4E7B-8E31-FAEB13250C2F}" sibTransId="{ED024642-18EB-4FB3-BBA3-C87E34A24C5B}"/>
    <dgm:cxn modelId="{1F8ED182-2B94-4714-8E1C-555F47BCC99F}" type="presOf" srcId="{0DF99998-723D-4C25-976D-EE49303F4B65}" destId="{679861E5-1E1B-408D-8A14-6468D7F19AF6}" srcOrd="0" destOrd="1" presId="urn:microsoft.com/office/officeart/2005/8/layout/hList2"/>
    <dgm:cxn modelId="{9DDD2D89-2E60-4724-8E63-04B9DC8E5A4C}" srcId="{AD175386-EE8D-4772-AFC1-AD538375CF16}" destId="{1613C4A0-4227-4D95-908A-B5B70C300A05}" srcOrd="3" destOrd="0" parTransId="{F34B0EA1-8580-4585-ACC9-030F8114211A}" sibTransId="{CEBC0190-C32E-44A9-8EC3-8C32F9376C9F}"/>
    <dgm:cxn modelId="{2CA00DA5-3AE4-418B-A038-A06DAA13C8D3}" type="presOf" srcId="{58B5CDAC-54ED-49A6-B878-ED982D2B0B38}" destId="{E9EFB396-2726-4FA2-A423-8E7402C1E9C0}" srcOrd="0" destOrd="0" presId="urn:microsoft.com/office/officeart/2005/8/layout/hList2"/>
    <dgm:cxn modelId="{38B1F1AD-FFC6-443C-B6EF-3AF2502AA8AA}" srcId="{AD175386-EE8D-4772-AFC1-AD538375CF16}" destId="{7A163594-2F17-41BC-8BA1-E99755FB2EF7}" srcOrd="4" destOrd="0" parTransId="{B03A7D58-761D-46A8-A87A-7ED7C0E46FA0}" sibTransId="{37CEF3F2-AD97-4978-B076-662EFBE29C31}"/>
    <dgm:cxn modelId="{3316D8B5-8E5B-4DFA-98FB-C6C4547B7AEF}" type="presOf" srcId="{58C596C4-4F0F-438A-85D8-E2A4001A7F3F}" destId="{679861E5-1E1B-408D-8A14-6468D7F19AF6}" srcOrd="0" destOrd="0" presId="urn:microsoft.com/office/officeart/2005/8/layout/hList2"/>
    <dgm:cxn modelId="{06B49AB6-F7AC-4B78-ABC7-D239ADFC2BBA}" type="presOf" srcId="{1613C4A0-4227-4D95-908A-B5B70C300A05}" destId="{E9EFB396-2726-4FA2-A423-8E7402C1E9C0}" srcOrd="0" destOrd="3" presId="urn:microsoft.com/office/officeart/2005/8/layout/hList2"/>
    <dgm:cxn modelId="{F96A6FC6-38EE-41D7-B3C1-DBC3C3F6B7BA}" type="presOf" srcId="{7A163594-2F17-41BC-8BA1-E99755FB2EF7}" destId="{E9EFB396-2726-4FA2-A423-8E7402C1E9C0}" srcOrd="0" destOrd="4" presId="urn:microsoft.com/office/officeart/2005/8/layout/hList2"/>
    <dgm:cxn modelId="{78853DCC-ED01-422E-979F-0233CA4DB1E8}" srcId="{EEFC0BB4-FAF4-4069-B33B-49AB1A30C9A0}" destId="{B4D3417B-B923-4945-8EE0-3A1A20A49BE1}" srcOrd="1" destOrd="0" parTransId="{6F34BC4C-B27E-4FE1-B2EB-04B8D74B0B1D}" sibTransId="{81484F1F-4F32-4EC9-9B4A-2F7495ABA98A}"/>
    <dgm:cxn modelId="{31D68BD2-5B37-4B55-8A2E-9B02EC328FAB}" type="presOf" srcId="{9A4BB5E6-74B4-4D5B-A166-A80D9B4E518D}" destId="{54F901F3-B47E-4832-8E08-F9F79377196D}" srcOrd="0" destOrd="0" presId="urn:microsoft.com/office/officeart/2005/8/layout/hList2"/>
    <dgm:cxn modelId="{28C32ED4-7583-4D39-8201-42819FE4198E}" srcId="{4614762B-3068-4BEC-8366-F436F92EF025}" destId="{7945AF49-66DD-42BD-B0D1-DB4EF67CDC32}" srcOrd="4" destOrd="0" parTransId="{F56AA110-9BF4-4F4D-8829-AF98FE97BC80}" sibTransId="{4F25667C-D902-4B3A-964F-D771ACDF9912}"/>
    <dgm:cxn modelId="{C1E80BDC-212B-4333-A4F3-4D9EE1CAD462}" type="presOf" srcId="{B4D3417B-B923-4945-8EE0-3A1A20A49BE1}" destId="{54F901F3-B47E-4832-8E08-F9F79377196D}" srcOrd="0" destOrd="1" presId="urn:microsoft.com/office/officeart/2005/8/layout/hList2"/>
    <dgm:cxn modelId="{0B3AC3E2-AC9D-4305-90C2-CB08C9F31217}" srcId="{AD175386-EE8D-4772-AFC1-AD538375CF16}" destId="{58B5CDAC-54ED-49A6-B878-ED982D2B0B38}" srcOrd="0" destOrd="0" parTransId="{0FDF6F33-FED3-4B82-808F-527CEA97CF86}" sibTransId="{5D676413-B29A-4E90-B1E0-8112B4699C80}"/>
    <dgm:cxn modelId="{8F9344E9-0676-40A6-82C5-F951F9BC83A3}" type="presOf" srcId="{FB0E3FEF-742C-4347-99A3-B3DC52CA74CF}" destId="{C6DC86E0-AFD9-4E86-A91B-FD88A8924D28}" srcOrd="0" destOrd="0" presId="urn:microsoft.com/office/officeart/2005/8/layout/hList2"/>
    <dgm:cxn modelId="{9FEE07EA-9DE2-4CF5-90AE-F089BEA7A5FA}" srcId="{EEFC0BB4-FAF4-4069-B33B-49AB1A30C9A0}" destId="{F6CA4CAB-BA2E-430B-AABD-AF56FED84DED}" srcOrd="2" destOrd="0" parTransId="{6E9DEC88-9CED-4CCC-A57D-AA9C53B8F598}" sibTransId="{8696DD71-3248-47CF-B3C8-A4CFDFC446D7}"/>
    <dgm:cxn modelId="{DCF3EDF5-C7C2-4195-9389-960051265FD6}" type="presOf" srcId="{4B91CDCC-36CF-4DE1-91A7-5E153549F257}" destId="{E9EFB396-2726-4FA2-A423-8E7402C1E9C0}" srcOrd="0" destOrd="2" presId="urn:microsoft.com/office/officeart/2005/8/layout/hList2"/>
    <dgm:cxn modelId="{BD873FF6-1936-43F2-B22F-8A34FEA0410E}" type="presOf" srcId="{AD175386-EE8D-4772-AFC1-AD538375CF16}" destId="{5D8149B8-ADEB-4F0D-B0C1-25C1F10A5168}" srcOrd="0" destOrd="0" presId="urn:microsoft.com/office/officeart/2005/8/layout/hList2"/>
    <dgm:cxn modelId="{30205AFF-593F-46B4-8794-B8095C926D81}" type="presOf" srcId="{4614762B-3068-4BEC-8366-F436F92EF025}" destId="{3AB359A8-02FE-4726-9961-B7C7B10C588A}" srcOrd="0" destOrd="0" presId="urn:microsoft.com/office/officeart/2005/8/layout/hList2"/>
    <dgm:cxn modelId="{E7644693-2F24-4387-9234-4E9DC16A3107}" type="presParOf" srcId="{C6DC86E0-AFD9-4E86-A91B-FD88A8924D28}" destId="{3E2BA4EA-EDC8-4C96-A66F-AC0724FAC4A8}" srcOrd="0" destOrd="0" presId="urn:microsoft.com/office/officeart/2005/8/layout/hList2"/>
    <dgm:cxn modelId="{B9BF5FBB-698B-4AF2-89FA-CFF7863AA831}" type="presParOf" srcId="{3E2BA4EA-EDC8-4C96-A66F-AC0724FAC4A8}" destId="{0FAFE832-6914-40B7-8E7B-25F9227D2861}" srcOrd="0" destOrd="0" presId="urn:microsoft.com/office/officeart/2005/8/layout/hList2"/>
    <dgm:cxn modelId="{60566C0E-E8AC-4B86-BB2D-7BE161C3E648}" type="presParOf" srcId="{3E2BA4EA-EDC8-4C96-A66F-AC0724FAC4A8}" destId="{E9EFB396-2726-4FA2-A423-8E7402C1E9C0}" srcOrd="1" destOrd="0" presId="urn:microsoft.com/office/officeart/2005/8/layout/hList2"/>
    <dgm:cxn modelId="{E36A6CAC-07A3-42EF-8558-ABEB766717A7}" type="presParOf" srcId="{3E2BA4EA-EDC8-4C96-A66F-AC0724FAC4A8}" destId="{5D8149B8-ADEB-4F0D-B0C1-25C1F10A5168}" srcOrd="2" destOrd="0" presId="urn:microsoft.com/office/officeart/2005/8/layout/hList2"/>
    <dgm:cxn modelId="{CC20B037-5720-49DB-BD14-4A4656EF77CA}" type="presParOf" srcId="{C6DC86E0-AFD9-4E86-A91B-FD88A8924D28}" destId="{5D4F4C8F-BD64-48E6-8F2C-F6FF80148021}" srcOrd="1" destOrd="0" presId="urn:microsoft.com/office/officeart/2005/8/layout/hList2"/>
    <dgm:cxn modelId="{0C4C3F7D-FEC5-4EE3-BCF0-09BEC32F17F7}" type="presParOf" srcId="{C6DC86E0-AFD9-4E86-A91B-FD88A8924D28}" destId="{A9DEB15A-037F-4699-917C-60E319AB865F}" srcOrd="2" destOrd="0" presId="urn:microsoft.com/office/officeart/2005/8/layout/hList2"/>
    <dgm:cxn modelId="{ED739F55-E699-4133-8A93-D9809104243F}" type="presParOf" srcId="{A9DEB15A-037F-4699-917C-60E319AB865F}" destId="{0BFC2394-817E-4AA5-927F-5EB17B3446BE}" srcOrd="0" destOrd="0" presId="urn:microsoft.com/office/officeart/2005/8/layout/hList2"/>
    <dgm:cxn modelId="{384D2E89-CCF6-4544-A5DC-04A29D1876C1}" type="presParOf" srcId="{A9DEB15A-037F-4699-917C-60E319AB865F}" destId="{54F901F3-B47E-4832-8E08-F9F79377196D}" srcOrd="1" destOrd="0" presId="urn:microsoft.com/office/officeart/2005/8/layout/hList2"/>
    <dgm:cxn modelId="{0A36DCF0-B424-48C8-8A47-E508ED669A9E}" type="presParOf" srcId="{A9DEB15A-037F-4699-917C-60E319AB865F}" destId="{BB01857F-E376-49CE-8E3B-CE67A9C1168A}" srcOrd="2" destOrd="0" presId="urn:microsoft.com/office/officeart/2005/8/layout/hList2"/>
    <dgm:cxn modelId="{F93CCC1D-465E-4CC5-8958-36659A348EEA}" type="presParOf" srcId="{C6DC86E0-AFD9-4E86-A91B-FD88A8924D28}" destId="{29698F6B-09F2-4F5F-B3C9-E1E49A8DC0EF}" srcOrd="3" destOrd="0" presId="urn:microsoft.com/office/officeart/2005/8/layout/hList2"/>
    <dgm:cxn modelId="{0A6DEF4A-3FE0-48C6-BC88-5FEAA9FB51C8}" type="presParOf" srcId="{C6DC86E0-AFD9-4E86-A91B-FD88A8924D28}" destId="{BA0396FC-4367-4D7C-8992-BC32B85B0970}" srcOrd="4" destOrd="0" presId="urn:microsoft.com/office/officeart/2005/8/layout/hList2"/>
    <dgm:cxn modelId="{33B03692-CBB7-4812-B4BD-8CC1F62FE3C7}" type="presParOf" srcId="{BA0396FC-4367-4D7C-8992-BC32B85B0970}" destId="{5A24E73A-2617-432F-B5A8-89FDA2648BD2}" srcOrd="0" destOrd="0" presId="urn:microsoft.com/office/officeart/2005/8/layout/hList2"/>
    <dgm:cxn modelId="{0909F25D-1636-4DBF-A933-C50B52633E6B}" type="presParOf" srcId="{BA0396FC-4367-4D7C-8992-BC32B85B0970}" destId="{679861E5-1E1B-408D-8A14-6468D7F19AF6}" srcOrd="1" destOrd="0" presId="urn:microsoft.com/office/officeart/2005/8/layout/hList2"/>
    <dgm:cxn modelId="{02E9D5B6-0CE9-4FAE-BD73-0CF87DAEDEA3}" type="presParOf" srcId="{BA0396FC-4367-4D7C-8992-BC32B85B0970}" destId="{3AB359A8-02FE-4726-9961-B7C7B10C588A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90814-C964-40BC-81F7-EFB8DDC971A6}">
      <dsp:nvSpPr>
        <dsp:cNvPr id="0" name=""/>
        <dsp:cNvSpPr/>
      </dsp:nvSpPr>
      <dsp:spPr>
        <a:xfrm>
          <a:off x="1757281" y="16846"/>
          <a:ext cx="12026" cy="120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042" y="18607"/>
        <a:ext cx="8504" cy="8504"/>
      </dsp:txXfrm>
    </dsp:sp>
    <dsp:sp modelId="{363D94E5-D7C1-40E3-93E0-0C2CD4945799}">
      <dsp:nvSpPr>
        <dsp:cNvPr id="0" name=""/>
        <dsp:cNvSpPr/>
      </dsp:nvSpPr>
      <dsp:spPr>
        <a:xfrm rot="16200000">
          <a:off x="1762022" y="12473"/>
          <a:ext cx="2543" cy="4089"/>
        </a:xfrm>
        <a:prstGeom prst="rightArrow">
          <a:avLst>
            <a:gd name="adj1" fmla="val 88038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2582" y="13278"/>
        <a:ext cx="1424" cy="3599"/>
      </dsp:txXfrm>
    </dsp:sp>
    <dsp:sp modelId="{D3062280-9D2B-41AB-8489-CB5BC3F0E127}">
      <dsp:nvSpPr>
        <dsp:cNvPr id="0" name=""/>
        <dsp:cNvSpPr/>
      </dsp:nvSpPr>
      <dsp:spPr>
        <a:xfrm>
          <a:off x="1757281" y="19"/>
          <a:ext cx="12026" cy="120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042" y="1780"/>
        <a:ext cx="8504" cy="8504"/>
      </dsp:txXfrm>
    </dsp:sp>
    <dsp:sp modelId="{EC1D4B8D-A1BB-4A65-A653-9C98673D4143}">
      <dsp:nvSpPr>
        <dsp:cNvPr id="0" name=""/>
        <dsp:cNvSpPr/>
      </dsp:nvSpPr>
      <dsp:spPr>
        <a:xfrm>
          <a:off x="1770363" y="20814"/>
          <a:ext cx="2543" cy="4089"/>
        </a:xfrm>
        <a:prstGeom prst="rightArrow">
          <a:avLst>
            <a:gd name="adj1" fmla="val 88038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0363" y="21059"/>
        <a:ext cx="1424" cy="3599"/>
      </dsp:txXfrm>
    </dsp:sp>
    <dsp:sp modelId="{7B5DD854-D8F7-43E6-BC40-78CE69E97BDF}">
      <dsp:nvSpPr>
        <dsp:cNvPr id="0" name=""/>
        <dsp:cNvSpPr/>
      </dsp:nvSpPr>
      <dsp:spPr>
        <a:xfrm>
          <a:off x="1774107" y="16846"/>
          <a:ext cx="12026" cy="120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75868" y="18607"/>
        <a:ext cx="8504" cy="8504"/>
      </dsp:txXfrm>
    </dsp:sp>
    <dsp:sp modelId="{6CD7FE80-03D1-4257-9FD7-4BF4D571F54D}">
      <dsp:nvSpPr>
        <dsp:cNvPr id="0" name=""/>
        <dsp:cNvSpPr/>
      </dsp:nvSpPr>
      <dsp:spPr>
        <a:xfrm rot="5400000">
          <a:off x="1762022" y="29156"/>
          <a:ext cx="2543" cy="4089"/>
        </a:xfrm>
        <a:prstGeom prst="rightArrow">
          <a:avLst>
            <a:gd name="adj1" fmla="val 88038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2582" y="28842"/>
        <a:ext cx="1424" cy="3599"/>
      </dsp:txXfrm>
    </dsp:sp>
    <dsp:sp modelId="{6E767207-35C7-4942-8E04-A2FC424FD631}">
      <dsp:nvSpPr>
        <dsp:cNvPr id="0" name=""/>
        <dsp:cNvSpPr/>
      </dsp:nvSpPr>
      <dsp:spPr>
        <a:xfrm>
          <a:off x="1757281" y="33672"/>
          <a:ext cx="12026" cy="120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042" y="35433"/>
        <a:ext cx="8504" cy="8504"/>
      </dsp:txXfrm>
    </dsp:sp>
    <dsp:sp modelId="{41BC660D-77A0-43DB-8267-8BD460F14B0F}">
      <dsp:nvSpPr>
        <dsp:cNvPr id="0" name=""/>
        <dsp:cNvSpPr/>
      </dsp:nvSpPr>
      <dsp:spPr>
        <a:xfrm rot="10800000">
          <a:off x="1753681" y="20814"/>
          <a:ext cx="2543" cy="4089"/>
        </a:xfrm>
        <a:prstGeom prst="rightArrow">
          <a:avLst>
            <a:gd name="adj1" fmla="val 88038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754800" y="21059"/>
        <a:ext cx="1424" cy="3599"/>
      </dsp:txXfrm>
    </dsp:sp>
    <dsp:sp modelId="{69879397-1495-4987-96E3-70E017FBD867}">
      <dsp:nvSpPr>
        <dsp:cNvPr id="0" name=""/>
        <dsp:cNvSpPr/>
      </dsp:nvSpPr>
      <dsp:spPr>
        <a:xfrm>
          <a:off x="1740454" y="16846"/>
          <a:ext cx="12026" cy="120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42215" y="18607"/>
        <a:ext cx="8504" cy="85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D732A-9CBE-4BCB-82CF-EAAF4E079114}">
      <dsp:nvSpPr>
        <dsp:cNvPr id="0" name=""/>
        <dsp:cNvSpPr/>
      </dsp:nvSpPr>
      <dsp:spPr>
        <a:xfrm>
          <a:off x="0" y="0"/>
          <a:ext cx="37433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E3E77-6D90-4CC3-949C-F6570A25E651}">
      <dsp:nvSpPr>
        <dsp:cNvPr id="0" name=""/>
        <dsp:cNvSpPr/>
      </dsp:nvSpPr>
      <dsp:spPr>
        <a:xfrm>
          <a:off x="0" y="0"/>
          <a:ext cx="748661" cy="463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 self-hosted AI workbench that:</a:t>
          </a:r>
          <a:endParaRPr lang="en-US" sz="1100" kern="1200" dirty="0"/>
        </a:p>
      </dsp:txBody>
      <dsp:txXfrm>
        <a:off x="0" y="0"/>
        <a:ext cx="748661" cy="4632158"/>
      </dsp:txXfrm>
    </dsp:sp>
    <dsp:sp modelId="{EAEAA000-BCA7-4349-8831-8E251F54A7CC}">
      <dsp:nvSpPr>
        <dsp:cNvPr id="0" name=""/>
        <dsp:cNvSpPr/>
      </dsp:nvSpPr>
      <dsp:spPr>
        <a:xfrm>
          <a:off x="804811" y="27396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/>
            <a:t>Runs </a:t>
          </a:r>
          <a:r>
            <a:rPr lang="en-US" sz="1300" b="1" kern="1200" dirty="0"/>
            <a:t>entirely on MRPL's local infrastructure</a:t>
          </a:r>
          <a:r>
            <a:rPr lang="en-US" sz="1300" kern="1200" dirty="0"/>
            <a:t> </a:t>
          </a:r>
        </a:p>
      </dsp:txBody>
      <dsp:txXfrm>
        <a:off x="804811" y="27396"/>
        <a:ext cx="2938495" cy="547920"/>
      </dsp:txXfrm>
    </dsp:sp>
    <dsp:sp modelId="{6267B1C2-02DF-4201-B083-94977B1E8660}">
      <dsp:nvSpPr>
        <dsp:cNvPr id="0" name=""/>
        <dsp:cNvSpPr/>
      </dsp:nvSpPr>
      <dsp:spPr>
        <a:xfrm>
          <a:off x="748661" y="575316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8047F-3D3C-43F9-9A21-AE047EA56085}">
      <dsp:nvSpPr>
        <dsp:cNvPr id="0" name=""/>
        <dsp:cNvSpPr/>
      </dsp:nvSpPr>
      <dsp:spPr>
        <a:xfrm>
          <a:off x="804811" y="602712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Uses open-weight LLMs/VLMs for different tasks </a:t>
          </a:r>
          <a:endParaRPr lang="en-US" sz="1300" kern="1200" dirty="0"/>
        </a:p>
      </dsp:txBody>
      <dsp:txXfrm>
        <a:off x="804811" y="602712"/>
        <a:ext cx="2938495" cy="547920"/>
      </dsp:txXfrm>
    </dsp:sp>
    <dsp:sp modelId="{BEE8C754-C290-49BC-AC79-C079CFF0DA5B}">
      <dsp:nvSpPr>
        <dsp:cNvPr id="0" name=""/>
        <dsp:cNvSpPr/>
      </dsp:nvSpPr>
      <dsp:spPr>
        <a:xfrm>
          <a:off x="748661" y="1150632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DBF1A-F870-41AB-8663-70A10469D03C}">
      <dsp:nvSpPr>
        <dsp:cNvPr id="0" name=""/>
        <dsp:cNvSpPr/>
      </dsp:nvSpPr>
      <dsp:spPr>
        <a:xfrm>
          <a:off x="804811" y="1178028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Automatically routes each task to the suitable local model</a:t>
          </a:r>
        </a:p>
      </dsp:txBody>
      <dsp:txXfrm>
        <a:off x="804811" y="1178028"/>
        <a:ext cx="2938495" cy="547920"/>
      </dsp:txXfrm>
    </dsp:sp>
    <dsp:sp modelId="{197463E4-8835-40C2-8FD4-0F3A2D9F6F5F}">
      <dsp:nvSpPr>
        <dsp:cNvPr id="0" name=""/>
        <dsp:cNvSpPr/>
      </dsp:nvSpPr>
      <dsp:spPr>
        <a:xfrm>
          <a:off x="748661" y="1725948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B2CFD-F50E-44E8-8CA4-0FD33964447F}">
      <dsp:nvSpPr>
        <dsp:cNvPr id="0" name=""/>
        <dsp:cNvSpPr/>
      </dsp:nvSpPr>
      <dsp:spPr>
        <a:xfrm>
          <a:off x="804811" y="1753344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Understand documents, scanned PDFs, images and engineering drawings </a:t>
          </a:r>
          <a:endParaRPr lang="en-US" sz="1300" kern="1200" dirty="0"/>
        </a:p>
      </dsp:txBody>
      <dsp:txXfrm>
        <a:off x="804811" y="1753344"/>
        <a:ext cx="2938495" cy="547920"/>
      </dsp:txXfrm>
    </dsp:sp>
    <dsp:sp modelId="{C9529A1A-A3CD-4184-95C8-0DC731B71503}">
      <dsp:nvSpPr>
        <dsp:cNvPr id="0" name=""/>
        <dsp:cNvSpPr/>
      </dsp:nvSpPr>
      <dsp:spPr>
        <a:xfrm>
          <a:off x="748661" y="2301264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E443E-28AC-4F64-BC39-A81E0EBE4F4D}">
      <dsp:nvSpPr>
        <dsp:cNvPr id="0" name=""/>
        <dsp:cNvSpPr/>
      </dsp:nvSpPr>
      <dsp:spPr>
        <a:xfrm>
          <a:off x="804811" y="2328660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Searches MRPL’s local manuals ,SOPs and document using RAG </a:t>
          </a:r>
        </a:p>
      </dsp:txBody>
      <dsp:txXfrm>
        <a:off x="804811" y="2328660"/>
        <a:ext cx="2938495" cy="547920"/>
      </dsp:txXfrm>
    </dsp:sp>
    <dsp:sp modelId="{2794E749-25D5-49CB-BE01-136A8D0E4FF3}">
      <dsp:nvSpPr>
        <dsp:cNvPr id="0" name=""/>
        <dsp:cNvSpPr/>
      </dsp:nvSpPr>
      <dsp:spPr>
        <a:xfrm>
          <a:off x="748661" y="2876580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43E89-70F8-4C20-8517-E21E13B499BA}">
      <dsp:nvSpPr>
        <dsp:cNvPr id="0" name=""/>
        <dsp:cNvSpPr/>
      </dsp:nvSpPr>
      <dsp:spPr>
        <a:xfrm>
          <a:off x="804811" y="2903976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Uses AI agents to plan and execute multi steps tasks </a:t>
          </a:r>
        </a:p>
      </dsp:txBody>
      <dsp:txXfrm>
        <a:off x="804811" y="2903976"/>
        <a:ext cx="2938495" cy="547920"/>
      </dsp:txXfrm>
    </dsp:sp>
    <dsp:sp modelId="{F067745C-80E4-4EAF-A862-384F3163E7A0}">
      <dsp:nvSpPr>
        <dsp:cNvPr id="0" name=""/>
        <dsp:cNvSpPr/>
      </dsp:nvSpPr>
      <dsp:spPr>
        <a:xfrm>
          <a:off x="748661" y="3451896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8375E-516C-47C6-BB7D-6CD9BDF1C416}">
      <dsp:nvSpPr>
        <dsp:cNvPr id="0" name=""/>
        <dsp:cNvSpPr/>
      </dsp:nvSpPr>
      <dsp:spPr>
        <a:xfrm>
          <a:off x="804811" y="3479292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Generates useful outputs such as Word ,Excel, PDF and code </a:t>
          </a:r>
        </a:p>
      </dsp:txBody>
      <dsp:txXfrm>
        <a:off x="804811" y="3479292"/>
        <a:ext cx="2938495" cy="547920"/>
      </dsp:txXfrm>
    </dsp:sp>
    <dsp:sp modelId="{44C2CB5D-945B-4B14-A837-DF06E0712E1D}">
      <dsp:nvSpPr>
        <dsp:cNvPr id="0" name=""/>
        <dsp:cNvSpPr/>
      </dsp:nvSpPr>
      <dsp:spPr>
        <a:xfrm>
          <a:off x="748661" y="4027212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E7301-B61A-49C2-91FB-963ACE505494}">
      <dsp:nvSpPr>
        <dsp:cNvPr id="0" name=""/>
        <dsp:cNvSpPr/>
      </dsp:nvSpPr>
      <dsp:spPr>
        <a:xfrm>
          <a:off x="804811" y="4054608"/>
          <a:ext cx="2938495" cy="54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Maintains logs and verification of AI activities </a:t>
          </a:r>
          <a:endParaRPr lang="en-US" sz="1300" kern="1200" dirty="0"/>
        </a:p>
      </dsp:txBody>
      <dsp:txXfrm>
        <a:off x="804811" y="4054608"/>
        <a:ext cx="2938495" cy="547920"/>
      </dsp:txXfrm>
    </dsp:sp>
    <dsp:sp modelId="{6988A00D-8AA8-4566-A38D-1312AC58BA93}">
      <dsp:nvSpPr>
        <dsp:cNvPr id="0" name=""/>
        <dsp:cNvSpPr/>
      </dsp:nvSpPr>
      <dsp:spPr>
        <a:xfrm>
          <a:off x="748661" y="4602528"/>
          <a:ext cx="29946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FD6DE-6231-4FC8-98EA-9079706D9E9E}">
      <dsp:nvSpPr>
        <dsp:cNvPr id="0" name=""/>
        <dsp:cNvSpPr/>
      </dsp:nvSpPr>
      <dsp:spPr>
        <a:xfrm>
          <a:off x="826769" y="0"/>
          <a:ext cx="4685030" cy="79087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6D8B2-C40F-49E6-923C-A9394272804D}">
      <dsp:nvSpPr>
        <dsp:cNvPr id="0" name=""/>
        <dsp:cNvSpPr/>
      </dsp:nvSpPr>
      <dsp:spPr>
        <a:xfrm>
          <a:off x="2758" y="237262"/>
          <a:ext cx="1326815" cy="316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Confidential industrial data </a:t>
          </a:r>
        </a:p>
      </dsp:txBody>
      <dsp:txXfrm>
        <a:off x="18201" y="252705"/>
        <a:ext cx="1295929" cy="285464"/>
      </dsp:txXfrm>
    </dsp:sp>
    <dsp:sp modelId="{4D384558-52B7-431F-834B-DE5062934F6C}">
      <dsp:nvSpPr>
        <dsp:cNvPr id="0" name=""/>
        <dsp:cNvSpPr/>
      </dsp:nvSpPr>
      <dsp:spPr>
        <a:xfrm>
          <a:off x="1395914" y="237262"/>
          <a:ext cx="1326815" cy="316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MRPL Local Infrastructure </a:t>
          </a:r>
        </a:p>
      </dsp:txBody>
      <dsp:txXfrm>
        <a:off x="1411357" y="252705"/>
        <a:ext cx="1295929" cy="285464"/>
      </dsp:txXfrm>
    </dsp:sp>
    <dsp:sp modelId="{1F00AA24-EE6D-41C9-A15B-E61715016FED}">
      <dsp:nvSpPr>
        <dsp:cNvPr id="0" name=""/>
        <dsp:cNvSpPr/>
      </dsp:nvSpPr>
      <dsp:spPr>
        <a:xfrm>
          <a:off x="2789070" y="237262"/>
          <a:ext cx="1326815" cy="316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Sovereign AI workbench </a:t>
          </a:r>
        </a:p>
      </dsp:txBody>
      <dsp:txXfrm>
        <a:off x="2804513" y="252705"/>
        <a:ext cx="1295929" cy="285464"/>
      </dsp:txXfrm>
    </dsp:sp>
    <dsp:sp modelId="{E7E17ABC-449F-4465-870B-D0F33B4FB15D}">
      <dsp:nvSpPr>
        <dsp:cNvPr id="0" name=""/>
        <dsp:cNvSpPr/>
      </dsp:nvSpPr>
      <dsp:spPr>
        <a:xfrm>
          <a:off x="4182226" y="237262"/>
          <a:ext cx="1326815" cy="316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Analysis / Decision Support / Generated Output</a:t>
          </a:r>
        </a:p>
      </dsp:txBody>
      <dsp:txXfrm>
        <a:off x="4197669" y="252705"/>
        <a:ext cx="1295929" cy="285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DA067-F70D-4383-85F7-B10D51449B54}">
      <dsp:nvSpPr>
        <dsp:cNvPr id="0" name=""/>
        <dsp:cNvSpPr/>
      </dsp:nvSpPr>
      <dsp:spPr>
        <a:xfrm>
          <a:off x="0" y="1815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C0006-AF4C-4D25-B156-45AD4E9A5F13}">
      <dsp:nvSpPr>
        <dsp:cNvPr id="0" name=""/>
        <dsp:cNvSpPr/>
      </dsp:nvSpPr>
      <dsp:spPr>
        <a:xfrm>
          <a:off x="0" y="1815"/>
          <a:ext cx="5572488" cy="530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OUR INNOVATION =AI AGENTS +MULTIODAL +  LOCAL KNOWLEDGE + SOVEREIGNITY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</dsp:txBody>
      <dsp:txXfrm>
        <a:off x="0" y="1815"/>
        <a:ext cx="5572488" cy="530610"/>
      </dsp:txXfrm>
    </dsp:sp>
    <dsp:sp modelId="{2B08DD15-A864-40B3-AA5E-C891398EA909}">
      <dsp:nvSpPr>
        <dsp:cNvPr id="0" name=""/>
        <dsp:cNvSpPr/>
      </dsp:nvSpPr>
      <dsp:spPr>
        <a:xfrm>
          <a:off x="0" y="532425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BC0DC-26D3-4E9F-B5C4-327319FE6751}">
      <dsp:nvSpPr>
        <dsp:cNvPr id="0" name=""/>
        <dsp:cNvSpPr/>
      </dsp:nvSpPr>
      <dsp:spPr>
        <a:xfrm>
          <a:off x="0" y="532425"/>
          <a:ext cx="5614734" cy="530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INTELLIGENT MODEL ROUTING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Different tasks -&gt;appropriate local AI models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                                </a:t>
          </a:r>
        </a:p>
      </dsp:txBody>
      <dsp:txXfrm>
        <a:off x="0" y="532425"/>
        <a:ext cx="5614734" cy="530610"/>
      </dsp:txXfrm>
    </dsp:sp>
    <dsp:sp modelId="{EF104411-5B4B-4D11-A97A-D01D339052A8}">
      <dsp:nvSpPr>
        <dsp:cNvPr id="0" name=""/>
        <dsp:cNvSpPr/>
      </dsp:nvSpPr>
      <dsp:spPr>
        <a:xfrm>
          <a:off x="0" y="1063036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003E3-5077-4903-98B8-1A9F2DF24C5D}">
      <dsp:nvSpPr>
        <dsp:cNvPr id="0" name=""/>
        <dsp:cNvSpPr/>
      </dsp:nvSpPr>
      <dsp:spPr>
        <a:xfrm>
          <a:off x="0" y="1063036"/>
          <a:ext cx="5614734" cy="530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AGENTIC EXECUTION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AI doesn’t just answer –it can plan -&gt;use tools -&gt;execute -&gt; verify -&gt; deliver </a:t>
          </a:r>
        </a:p>
      </dsp:txBody>
      <dsp:txXfrm>
        <a:off x="0" y="1063036"/>
        <a:ext cx="5614734" cy="530610"/>
      </dsp:txXfrm>
    </dsp:sp>
    <dsp:sp modelId="{6E142192-85E6-43DF-A914-4F8837BB9529}">
      <dsp:nvSpPr>
        <dsp:cNvPr id="0" name=""/>
        <dsp:cNvSpPr/>
      </dsp:nvSpPr>
      <dsp:spPr>
        <a:xfrm>
          <a:off x="0" y="1593646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38BC5-323D-411F-9451-6B669D4DAD18}">
      <dsp:nvSpPr>
        <dsp:cNvPr id="0" name=""/>
        <dsp:cNvSpPr/>
      </dsp:nvSpPr>
      <dsp:spPr>
        <a:xfrm>
          <a:off x="0" y="1593646"/>
          <a:ext cx="5614734" cy="530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MUTIMODAL INDUSTRIAL AI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One platform can process text + scanned documents + images + engineering drawings.</a:t>
          </a:r>
        </a:p>
      </dsp:txBody>
      <dsp:txXfrm>
        <a:off x="0" y="1593646"/>
        <a:ext cx="5614734" cy="530610"/>
      </dsp:txXfrm>
    </dsp:sp>
    <dsp:sp modelId="{8AB23167-7683-4A92-B0DA-F9602B7593A7}">
      <dsp:nvSpPr>
        <dsp:cNvPr id="0" name=""/>
        <dsp:cNvSpPr/>
      </dsp:nvSpPr>
      <dsp:spPr>
        <a:xfrm>
          <a:off x="0" y="2124257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8A166-26C5-4FA0-955A-EEB7D741AF09}">
      <dsp:nvSpPr>
        <dsp:cNvPr id="0" name=""/>
        <dsp:cNvSpPr/>
      </dsp:nvSpPr>
      <dsp:spPr>
        <a:xfrm>
          <a:off x="0" y="2124257"/>
          <a:ext cx="5614734" cy="530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SOVEREIGN KNOWLEDGE BASE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MRPL’s internal documents can be searched locally through RAG.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</dsp:txBody>
      <dsp:txXfrm>
        <a:off x="0" y="2124257"/>
        <a:ext cx="5614734" cy="530610"/>
      </dsp:txXfrm>
    </dsp:sp>
    <dsp:sp modelId="{66D8D4EC-7058-49A0-9DEB-9443AE6E0643}">
      <dsp:nvSpPr>
        <dsp:cNvPr id="0" name=""/>
        <dsp:cNvSpPr/>
      </dsp:nvSpPr>
      <dsp:spPr>
        <a:xfrm>
          <a:off x="0" y="2654867"/>
          <a:ext cx="5614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424E9-480C-4F0A-8EE8-7F24ED667780}">
      <dsp:nvSpPr>
        <dsp:cNvPr id="0" name=""/>
        <dsp:cNvSpPr/>
      </dsp:nvSpPr>
      <dsp:spPr>
        <a:xfrm>
          <a:off x="0" y="2654867"/>
          <a:ext cx="4677117" cy="207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VERIFIABLE AI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Actions , retrieved information and outputs can be logged for traceability and auditing.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 </a:t>
          </a:r>
        </a:p>
      </dsp:txBody>
      <dsp:txXfrm>
        <a:off x="0" y="2654867"/>
        <a:ext cx="4677117" cy="207962"/>
      </dsp:txXfrm>
    </dsp:sp>
    <dsp:sp modelId="{3FA7F5B7-944C-4DF5-92DD-BEC00A8B9C6B}">
      <dsp:nvSpPr>
        <dsp:cNvPr id="0" name=""/>
        <dsp:cNvSpPr/>
      </dsp:nvSpPr>
      <dsp:spPr>
        <a:xfrm>
          <a:off x="4694656" y="2678962"/>
          <a:ext cx="917884" cy="4819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4694656" y="2678962"/>
        <a:ext cx="917884" cy="481902"/>
      </dsp:txXfrm>
    </dsp:sp>
    <dsp:sp modelId="{EAF70661-07CE-448D-8131-DDEDDAC68CE7}">
      <dsp:nvSpPr>
        <dsp:cNvPr id="0" name=""/>
        <dsp:cNvSpPr/>
      </dsp:nvSpPr>
      <dsp:spPr>
        <a:xfrm>
          <a:off x="4677117" y="3160864"/>
          <a:ext cx="93542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5A510-0C25-414C-9984-FBCC70A62495}">
      <dsp:nvSpPr>
        <dsp:cNvPr id="0" name=""/>
        <dsp:cNvSpPr/>
      </dsp:nvSpPr>
      <dsp:spPr>
        <a:xfrm>
          <a:off x="35656" y="43019"/>
          <a:ext cx="2166622" cy="4405914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62230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( INDUSTRIAL DATA) </a:t>
          </a:r>
        </a:p>
      </dsp:txBody>
      <dsp:txXfrm rot="16200000">
        <a:off x="-1554106" y="1632782"/>
        <a:ext cx="3612850" cy="433324"/>
      </dsp:txXfrm>
    </dsp:sp>
    <dsp:sp modelId="{10A8A8CC-28AC-4C1C-B1A8-13655C2A5B8B}">
      <dsp:nvSpPr>
        <dsp:cNvPr id="0" name=""/>
        <dsp:cNvSpPr/>
      </dsp:nvSpPr>
      <dsp:spPr>
        <a:xfrm>
          <a:off x="458511" y="43019"/>
          <a:ext cx="1614133" cy="440591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u="sng" kern="1200" dirty="0"/>
            <a:t>DOCUMENTS REPORTS , SOPs , MANUAL ,MAILS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u="sng" kern="1200" dirty="0"/>
            <a:t>IMAGES</a:t>
          </a:r>
          <a:r>
            <a:rPr lang="en-US" sz="1800" b="1" kern="1200" dirty="0"/>
            <a:t> (PHOTOS, DIAGRAMS , DRAWINGS)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u="sng" kern="1200" dirty="0"/>
            <a:t>SCANNED PDFs ( </a:t>
          </a:r>
          <a:r>
            <a:rPr lang="en-US" sz="1800" b="1" kern="1200" dirty="0"/>
            <a:t>SCANS, HANDWRITTEN NOTES 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u="sng" kern="1200" dirty="0"/>
            <a:t>USER REQUESTS </a:t>
          </a:r>
          <a:r>
            <a:rPr lang="en-US" sz="1800" b="1" kern="1200" dirty="0"/>
            <a:t>(QUESTIONS , TASKS , INSTRUCTIONS)</a:t>
          </a:r>
        </a:p>
      </dsp:txBody>
      <dsp:txXfrm>
        <a:off x="458511" y="43019"/>
        <a:ext cx="1614133" cy="4405914"/>
      </dsp:txXfrm>
    </dsp:sp>
    <dsp:sp modelId="{76E52B89-02B4-4D99-8E76-3922005008B0}">
      <dsp:nvSpPr>
        <dsp:cNvPr id="0" name=""/>
        <dsp:cNvSpPr/>
      </dsp:nvSpPr>
      <dsp:spPr>
        <a:xfrm>
          <a:off x="2279284" y="-5"/>
          <a:ext cx="2022215" cy="450565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UNDERSTAND ( MULTIMODAL UNDERSTANDING)</a:t>
          </a:r>
        </a:p>
      </dsp:txBody>
      <dsp:txXfrm rot="16200000">
        <a:off x="634189" y="1645089"/>
        <a:ext cx="3694633" cy="404443"/>
      </dsp:txXfrm>
    </dsp:sp>
    <dsp:sp modelId="{AAE2C96E-7A25-4B41-8613-68C54C8664A3}">
      <dsp:nvSpPr>
        <dsp:cNvPr id="0" name=""/>
        <dsp:cNvSpPr/>
      </dsp:nvSpPr>
      <dsp:spPr>
        <a:xfrm rot="5400000">
          <a:off x="2075817" y="1927203"/>
          <a:ext cx="356378" cy="30333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2B343-ADAF-4E17-9F71-65FC80BBBFCB}">
      <dsp:nvSpPr>
        <dsp:cNvPr id="0" name=""/>
        <dsp:cNvSpPr/>
      </dsp:nvSpPr>
      <dsp:spPr>
        <a:xfrm>
          <a:off x="2683727" y="-5"/>
          <a:ext cx="1506550" cy="450565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OCR </a:t>
          </a:r>
          <a:r>
            <a:rPr lang="en-US" sz="1600" b="1" kern="1200" dirty="0"/>
            <a:t>(EXTRACT TEXT FROM SCANNED DOCUMENTS)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VISION</a:t>
          </a:r>
          <a:r>
            <a:rPr lang="en-US" sz="1600" b="1" kern="1200" dirty="0"/>
            <a:t> ( UNDERSTANDING IMAGES , DRAWING , DIAGRAM 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DOCUMENT</a:t>
          </a:r>
          <a:r>
            <a:rPr lang="en-US" sz="1600" b="1" kern="1200" dirty="0"/>
            <a:t> </a:t>
          </a:r>
          <a:r>
            <a:rPr lang="en-US" sz="1600" b="1" u="sng" kern="1200" dirty="0"/>
            <a:t>PAPER</a:t>
          </a:r>
          <a:r>
            <a:rPr lang="en-US" sz="1600" b="1" kern="1200" dirty="0"/>
            <a:t> (STRUCTURE AND ORGANIZE INFORMATION)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STRUCTURED</a:t>
          </a:r>
          <a:r>
            <a:rPr lang="en-US" sz="1600" b="1" kern="1200" dirty="0"/>
            <a:t> </a:t>
          </a:r>
          <a:r>
            <a:rPr lang="en-US" sz="1600" b="1" u="sng" kern="1200" dirty="0"/>
            <a:t>INFORMATION</a:t>
          </a:r>
        </a:p>
      </dsp:txBody>
      <dsp:txXfrm>
        <a:off x="2683727" y="-5"/>
        <a:ext cx="1506550" cy="4505650"/>
      </dsp:txXfrm>
    </dsp:sp>
    <dsp:sp modelId="{A61D6127-31F2-4169-9941-2AF7C485DCB4}">
      <dsp:nvSpPr>
        <dsp:cNvPr id="0" name=""/>
        <dsp:cNvSpPr/>
      </dsp:nvSpPr>
      <dsp:spPr>
        <a:xfrm>
          <a:off x="4318425" y="-5"/>
          <a:ext cx="2022215" cy="450565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PLAN AND ROUTE </a:t>
          </a:r>
        </a:p>
      </dsp:txBody>
      <dsp:txXfrm rot="16200000">
        <a:off x="2673330" y="1645089"/>
        <a:ext cx="3694633" cy="404443"/>
      </dsp:txXfrm>
    </dsp:sp>
    <dsp:sp modelId="{F9EDF5CA-BDF9-4A14-AD77-73E151488EC7}">
      <dsp:nvSpPr>
        <dsp:cNvPr id="0" name=""/>
        <dsp:cNvSpPr/>
      </dsp:nvSpPr>
      <dsp:spPr>
        <a:xfrm rot="5400000">
          <a:off x="4168810" y="1927203"/>
          <a:ext cx="356378" cy="30333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5576D-F67C-4A3A-9E3F-58DDD9C072C7}">
      <dsp:nvSpPr>
        <dsp:cNvPr id="0" name=""/>
        <dsp:cNvSpPr/>
      </dsp:nvSpPr>
      <dsp:spPr>
        <a:xfrm>
          <a:off x="4722869" y="-5"/>
          <a:ext cx="1506550" cy="450565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AI</a:t>
          </a:r>
          <a:r>
            <a:rPr lang="en-US" sz="1400" b="1" kern="1200" dirty="0"/>
            <a:t> </a:t>
          </a:r>
          <a:r>
            <a:rPr lang="en-US" sz="1400" b="1" u="sng" kern="1200" dirty="0"/>
            <a:t>AGENT</a:t>
          </a:r>
          <a:r>
            <a:rPr lang="en-US" sz="1400" b="1" kern="1200" dirty="0"/>
            <a:t> (understands , plans , decides , orchestrates 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Understand task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Plan steps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Select best model orchestrate tools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Model router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LOCAL</a:t>
          </a:r>
          <a:r>
            <a:rPr lang="en-US" sz="1400" b="1" kern="1200" dirty="0"/>
            <a:t> </a:t>
          </a:r>
          <a:r>
            <a:rPr lang="en-US" sz="1400" b="1" u="sng" kern="1200" dirty="0"/>
            <a:t>LLMs</a:t>
          </a:r>
          <a:r>
            <a:rPr lang="en-US" sz="1400" b="1" kern="1200" dirty="0"/>
            <a:t> (text reasoning and generation)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LOCAL</a:t>
          </a:r>
          <a:r>
            <a:rPr lang="en-US" sz="1400" b="1" kern="1200" dirty="0"/>
            <a:t> </a:t>
          </a:r>
          <a:r>
            <a:rPr lang="en-US" sz="1400" b="1" u="sng" kern="1200" dirty="0"/>
            <a:t>VLMs</a:t>
          </a:r>
          <a:r>
            <a:rPr lang="en-US" sz="1400" b="1" kern="1200" dirty="0"/>
            <a:t> ( image and document understanding 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/>
            <a:t>OTHER</a:t>
          </a:r>
          <a:r>
            <a:rPr lang="en-US" sz="1400" b="1" kern="1200" dirty="0"/>
            <a:t> </a:t>
          </a:r>
          <a:r>
            <a:rPr lang="en-US" sz="1400" b="1" u="sng" kern="1200" dirty="0"/>
            <a:t>LOCAL</a:t>
          </a:r>
          <a:r>
            <a:rPr lang="en-US" sz="1400" b="1" kern="1200" dirty="0"/>
            <a:t> </a:t>
          </a:r>
          <a:r>
            <a:rPr lang="en-US" sz="1400" b="1" u="sng" kern="1200" dirty="0"/>
            <a:t>MODELS</a:t>
          </a:r>
          <a:r>
            <a:rPr lang="en-US" sz="1400" b="1" kern="1200" dirty="0"/>
            <a:t> ( specialized tasks ) </a:t>
          </a:r>
        </a:p>
      </dsp:txBody>
      <dsp:txXfrm>
        <a:off x="4722869" y="-5"/>
        <a:ext cx="1506550" cy="4505650"/>
      </dsp:txXfrm>
    </dsp:sp>
    <dsp:sp modelId="{C194573E-5790-40DE-B1DD-65EBC3032E5C}">
      <dsp:nvSpPr>
        <dsp:cNvPr id="0" name=""/>
        <dsp:cNvSpPr/>
      </dsp:nvSpPr>
      <dsp:spPr>
        <a:xfrm>
          <a:off x="6429882" y="-5"/>
          <a:ext cx="2022215" cy="450565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EXECUTE (local AI + tools )</a:t>
          </a:r>
        </a:p>
      </dsp:txBody>
      <dsp:txXfrm rot="16200000">
        <a:off x="4784787" y="1645089"/>
        <a:ext cx="3694633" cy="404443"/>
      </dsp:txXfrm>
    </dsp:sp>
    <dsp:sp modelId="{0B5019BD-FB3D-4857-9C23-A40A93CEA3F3}">
      <dsp:nvSpPr>
        <dsp:cNvPr id="0" name=""/>
        <dsp:cNvSpPr/>
      </dsp:nvSpPr>
      <dsp:spPr>
        <a:xfrm rot="5400000">
          <a:off x="6261803" y="1927203"/>
          <a:ext cx="356378" cy="30333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A5F7F-9AD1-45E9-9EAB-A0D099BE49CA}">
      <dsp:nvSpPr>
        <dsp:cNvPr id="0" name=""/>
        <dsp:cNvSpPr/>
      </dsp:nvSpPr>
      <dsp:spPr>
        <a:xfrm>
          <a:off x="6834325" y="-5"/>
          <a:ext cx="1506550" cy="450565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LOCAL</a:t>
          </a:r>
          <a:r>
            <a:rPr lang="en-US" sz="1600" b="1" kern="1200" dirty="0"/>
            <a:t> </a:t>
          </a:r>
          <a:r>
            <a:rPr lang="en-US" sz="1600" b="1" u="sng" kern="1200" dirty="0"/>
            <a:t>LLM</a:t>
          </a:r>
          <a:r>
            <a:rPr lang="en-US" sz="1600" b="1" kern="1200" dirty="0"/>
            <a:t> / </a:t>
          </a:r>
          <a:r>
            <a:rPr lang="en-US" sz="1600" b="1" u="sng" kern="1200" dirty="0"/>
            <a:t>VLM</a:t>
          </a:r>
          <a:r>
            <a:rPr lang="en-US" sz="1600" b="1" kern="1200" dirty="0"/>
            <a:t> (generate , reason , analyze , summarize 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LOCAL</a:t>
          </a:r>
          <a:r>
            <a:rPr lang="en-US" sz="1600" b="1" kern="1200" dirty="0"/>
            <a:t> </a:t>
          </a:r>
          <a:r>
            <a:rPr lang="en-US" sz="1600" b="1" u="sng" kern="1200" dirty="0"/>
            <a:t>RAG</a:t>
          </a:r>
          <a:r>
            <a:rPr lang="en-US" sz="1600" b="1" kern="1200" dirty="0"/>
            <a:t> (  search  internal KB, Retrieve relevant info)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TOOLS</a:t>
          </a:r>
          <a:r>
            <a:rPr lang="en-US" sz="1600" b="1" kern="1200" dirty="0"/>
            <a:t>( calculations, spreadsheets , file operations,  APIs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SANDBOX</a:t>
          </a:r>
          <a:r>
            <a:rPr lang="en-US" sz="1600" b="1" kern="1200" dirty="0"/>
            <a:t> ( safe code execution in isolated environment )</a:t>
          </a:r>
        </a:p>
      </dsp:txBody>
      <dsp:txXfrm>
        <a:off x="6834325" y="-5"/>
        <a:ext cx="1506550" cy="4505650"/>
      </dsp:txXfrm>
    </dsp:sp>
    <dsp:sp modelId="{BF278A51-B89C-4A67-AA55-3DD9AEAC5395}">
      <dsp:nvSpPr>
        <dsp:cNvPr id="0" name=""/>
        <dsp:cNvSpPr/>
      </dsp:nvSpPr>
      <dsp:spPr>
        <a:xfrm>
          <a:off x="8522875" y="-5"/>
          <a:ext cx="2022215" cy="450565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1148" rIns="53340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VERIFY AND DELVER ( Verified output )</a:t>
          </a:r>
        </a:p>
      </dsp:txBody>
      <dsp:txXfrm rot="16200000">
        <a:off x="6877780" y="1645089"/>
        <a:ext cx="3694633" cy="404443"/>
      </dsp:txXfrm>
    </dsp:sp>
    <dsp:sp modelId="{4C5F895D-A44B-4816-BBF1-46AD49D87011}">
      <dsp:nvSpPr>
        <dsp:cNvPr id="0" name=""/>
        <dsp:cNvSpPr/>
      </dsp:nvSpPr>
      <dsp:spPr>
        <a:xfrm rot="5400000">
          <a:off x="8354797" y="1927203"/>
          <a:ext cx="356378" cy="30333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D7011-1B4D-471C-98EF-8D7BA57F4183}">
      <dsp:nvSpPr>
        <dsp:cNvPr id="0" name=""/>
        <dsp:cNvSpPr/>
      </dsp:nvSpPr>
      <dsp:spPr>
        <a:xfrm>
          <a:off x="8927318" y="-5"/>
          <a:ext cx="1506550" cy="450565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 dirty="0"/>
            <a:t>VERIFY</a:t>
          </a:r>
          <a:r>
            <a:rPr lang="en-US" sz="1500" b="1" kern="1200" dirty="0"/>
            <a:t>(Validate results , Check sources , Log actions ,Maintain audit trail)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 dirty="0"/>
            <a:t>DELIVERABLES</a:t>
          </a:r>
          <a:r>
            <a:rPr lang="en-US" sz="1500" b="1" kern="1200" dirty="0"/>
            <a:t> ( word (approval notes), excel ( calculations), PDF (reports), PPT( presentations), code ( scripts / programs )</a:t>
          </a:r>
        </a:p>
      </dsp:txBody>
      <dsp:txXfrm>
        <a:off x="8927318" y="-5"/>
        <a:ext cx="1506550" cy="45056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B9894-CB91-400E-B6D0-4AE05E3B98A2}">
      <dsp:nvSpPr>
        <dsp:cNvPr id="0" name=""/>
        <dsp:cNvSpPr/>
      </dsp:nvSpPr>
      <dsp:spPr>
        <a:xfrm>
          <a:off x="0" y="354916"/>
          <a:ext cx="2476500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FEASABILLITY ANALYSIS </a:t>
          </a:r>
        </a:p>
      </dsp:txBody>
      <dsp:txXfrm>
        <a:off x="0" y="354916"/>
        <a:ext cx="2476500" cy="345600"/>
      </dsp:txXfrm>
    </dsp:sp>
    <dsp:sp modelId="{D3A23332-7DCA-4FA0-9FB8-726AE7E7F914}">
      <dsp:nvSpPr>
        <dsp:cNvPr id="0" name=""/>
        <dsp:cNvSpPr/>
      </dsp:nvSpPr>
      <dsp:spPr>
        <a:xfrm>
          <a:off x="0" y="803289"/>
          <a:ext cx="2476500" cy="42346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b="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900" b="0" kern="1200" dirty="0"/>
            <a:t>TECHNOLOGY FEASIBLE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 dirty="0"/>
            <a:t>open weight LLMs/ VLMS available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 dirty="0"/>
            <a:t> Local interference framework mature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kern="1200" dirty="0"/>
            <a:t>OCR , RAG and agent frameworks proven)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900" b="0" kern="1200" dirty="0"/>
            <a:t> INFRASTRUCTURE FEASIBLE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Deployable on MRPL’s on-premise GPU servers/ workstations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 containerized and modular architecture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 works in air gapped environment 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900" b="0" kern="1200" dirty="0"/>
            <a:t> DATA FEASIBLE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 MRPL documents can be indexed locally (RAG)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 confidential data stays within controlled infrastructure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900" b="0" kern="1200" dirty="0"/>
            <a:t>DEPLOYMENT FEASIBLE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Phased rollout (MVP-&gt; Scale)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Easy maintenance and component upgradation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b="0" kern="1200" dirty="0"/>
            <a:t> backed by local IT and security policies </a:t>
          </a:r>
        </a:p>
      </dsp:txBody>
      <dsp:txXfrm>
        <a:off x="0" y="803289"/>
        <a:ext cx="2476500" cy="4234654"/>
      </dsp:txXfrm>
    </dsp:sp>
    <dsp:sp modelId="{E603311C-7235-4825-AF07-A9C9DDD0101F}">
      <dsp:nvSpPr>
        <dsp:cNvPr id="0" name=""/>
        <dsp:cNvSpPr/>
      </dsp:nvSpPr>
      <dsp:spPr>
        <a:xfrm>
          <a:off x="2825750" y="358995"/>
          <a:ext cx="2476500" cy="347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KEY CHALLENGES AND RISKS </a:t>
          </a:r>
        </a:p>
      </dsp:txBody>
      <dsp:txXfrm>
        <a:off x="2825750" y="358995"/>
        <a:ext cx="2476500" cy="347010"/>
      </dsp:txXfrm>
    </dsp:sp>
    <dsp:sp modelId="{0D6C4DAD-CA82-46BB-9340-9F62C2BB9A91}">
      <dsp:nvSpPr>
        <dsp:cNvPr id="0" name=""/>
        <dsp:cNvSpPr/>
      </dsp:nvSpPr>
      <dsp:spPr>
        <a:xfrm>
          <a:off x="2825750" y="808873"/>
          <a:ext cx="2476500" cy="43219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LIMITED GPU/ VRAM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Large models require high computational resources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MODEL ACCURACY AND HALLUCINATION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Possibility of incorrect or incomplete responses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MULTIMODAL COMPLEXITY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Scanned PDFs , drawings , images are harder to process.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AI – GENERATED CODE SECURITY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Executing generated code can pose security risks.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AIR GAPPED DEPLOYMENT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Model updates and dependencies without internet access.</a:t>
          </a:r>
        </a:p>
      </dsp:txBody>
      <dsp:txXfrm>
        <a:off x="2825750" y="808873"/>
        <a:ext cx="2476500" cy="4321908"/>
      </dsp:txXfrm>
    </dsp:sp>
    <dsp:sp modelId="{6E99BA53-080E-4E11-9E2F-7E61FAECAF38}">
      <dsp:nvSpPr>
        <dsp:cNvPr id="0" name=""/>
        <dsp:cNvSpPr/>
      </dsp:nvSpPr>
      <dsp:spPr>
        <a:xfrm>
          <a:off x="5648960" y="404751"/>
          <a:ext cx="2476500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MITIGATION STRATEGIES </a:t>
          </a:r>
        </a:p>
      </dsp:txBody>
      <dsp:txXfrm>
        <a:off x="5648960" y="404751"/>
        <a:ext cx="2476500" cy="345600"/>
      </dsp:txXfrm>
    </dsp:sp>
    <dsp:sp modelId="{EF40A3C5-EAA8-4E9E-8E4D-D2B4C75D9A45}">
      <dsp:nvSpPr>
        <dsp:cNvPr id="0" name=""/>
        <dsp:cNvSpPr/>
      </dsp:nvSpPr>
      <dsp:spPr>
        <a:xfrm>
          <a:off x="5648960" y="873621"/>
          <a:ext cx="2476500" cy="41402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OPTIMIZE AND RIGHT SIZE MODELS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smaller / quantized models based on benchmarks and workload.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RAG +VERIFICATION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Answers grounded in local knowledge.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Source attribution and human in loop validation.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ROBUST OCR AND VISION PIPELINE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specialized OCR/VLM models.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Continuous datasets testing and tuning.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SANDBOXED EXECUTION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Run code in isolated containers with restricted permissions.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No direct system access.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100" kern="1200" dirty="0"/>
            <a:t>OFFLINE READY STACK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Pre –packaged mode, and libraries.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Local repositories and update mechanisms. </a:t>
          </a:r>
        </a:p>
      </dsp:txBody>
      <dsp:txXfrm>
        <a:off x="5648960" y="873621"/>
        <a:ext cx="2476500" cy="41402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149B8-ADEB-4F0D-B0C1-25C1F10A5168}">
      <dsp:nvSpPr>
        <dsp:cNvPr id="0" name=""/>
        <dsp:cNvSpPr/>
      </dsp:nvSpPr>
      <dsp:spPr>
        <a:xfrm rot="16200000">
          <a:off x="-1867795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IMPACT ON TARGET USERS </a:t>
          </a:r>
        </a:p>
      </dsp:txBody>
      <dsp:txXfrm>
        <a:off x="-1867795" y="2772097"/>
        <a:ext cx="4226560" cy="392277"/>
      </dsp:txXfrm>
    </dsp:sp>
    <dsp:sp modelId="{E9EFB396-2726-4FA2-A423-8E7402C1E9C0}">
      <dsp:nvSpPr>
        <dsp:cNvPr id="0" name=""/>
        <dsp:cNvSpPr/>
      </dsp:nvSpPr>
      <dsp:spPr>
        <a:xfrm>
          <a:off x="441623" y="854956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ENGINEERS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MAINTENANCE TEAMS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INSPECTION TEAMS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ANALYSTS AND PLANNERS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MANAGERS AND DECISION MAKERS </a:t>
          </a:r>
        </a:p>
      </dsp:txBody>
      <dsp:txXfrm>
        <a:off x="441623" y="854956"/>
        <a:ext cx="1953958" cy="4226560"/>
      </dsp:txXfrm>
    </dsp:sp>
    <dsp:sp modelId="{0FAFE832-6914-40B7-8E7B-25F9227D2861}">
      <dsp:nvSpPr>
        <dsp:cNvPr id="0" name=""/>
        <dsp:cNvSpPr/>
      </dsp:nvSpPr>
      <dsp:spPr>
        <a:xfrm>
          <a:off x="49345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1857F-E376-49CE-8E3B-CE67A9C1168A}">
      <dsp:nvSpPr>
        <dsp:cNvPr id="0" name=""/>
        <dsp:cNvSpPr/>
      </dsp:nvSpPr>
      <dsp:spPr>
        <a:xfrm rot="16200000">
          <a:off x="973740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KEY BUSINESS BENFITS </a:t>
          </a:r>
        </a:p>
      </dsp:txBody>
      <dsp:txXfrm>
        <a:off x="973740" y="2772097"/>
        <a:ext cx="4226560" cy="392277"/>
      </dsp:txXfrm>
    </dsp:sp>
    <dsp:sp modelId="{54F901F3-B47E-4832-8E08-F9F79377196D}">
      <dsp:nvSpPr>
        <dsp:cNvPr id="0" name=""/>
        <dsp:cNvSpPr/>
      </dsp:nvSpPr>
      <dsp:spPr>
        <a:xfrm>
          <a:off x="3283159" y="854956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HIGHER PRODUCTIVITY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 SOVEREIGNITY AND SECURITY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FASTER DOCUMENT PROCESSING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AGENTIC AUTOMATION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REDUCED CLOUD DEPENDENCY </a:t>
          </a:r>
        </a:p>
      </dsp:txBody>
      <dsp:txXfrm>
        <a:off x="3283159" y="854956"/>
        <a:ext cx="1953958" cy="4226560"/>
      </dsp:txXfrm>
    </dsp:sp>
    <dsp:sp modelId="{0BFC2394-817E-4AA5-927F-5EB17B3446BE}">
      <dsp:nvSpPr>
        <dsp:cNvPr id="0" name=""/>
        <dsp:cNvSpPr/>
      </dsp:nvSpPr>
      <dsp:spPr>
        <a:xfrm>
          <a:off x="2890881" y="339911"/>
          <a:ext cx="784555" cy="7845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359A8-02FE-4726-9961-B7C7B10C588A}">
      <dsp:nvSpPr>
        <dsp:cNvPr id="0" name=""/>
        <dsp:cNvSpPr/>
      </dsp:nvSpPr>
      <dsp:spPr>
        <a:xfrm rot="16200000">
          <a:off x="3815276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LONG TERM VALUE  </a:t>
          </a:r>
        </a:p>
      </dsp:txBody>
      <dsp:txXfrm>
        <a:off x="3815276" y="2772097"/>
        <a:ext cx="4226560" cy="392277"/>
      </dsp:txXfrm>
    </dsp:sp>
    <dsp:sp modelId="{679861E5-1E1B-408D-8A14-6468D7F19AF6}">
      <dsp:nvSpPr>
        <dsp:cNvPr id="0" name=""/>
        <dsp:cNvSpPr/>
      </dsp:nvSpPr>
      <dsp:spPr>
        <a:xfrm>
          <a:off x="6174033" y="811676"/>
          <a:ext cx="1953958" cy="42265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SCALABLE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MULTI DEPARTMENT IMPACT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EXTENSIBLE AND FUTURE READY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MODULAR ARCHITECTURE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REPLICABLE AND SUSTAINABLE </a:t>
          </a:r>
        </a:p>
      </dsp:txBody>
      <dsp:txXfrm>
        <a:off x="6174033" y="811676"/>
        <a:ext cx="1953958" cy="4226560"/>
      </dsp:txXfrm>
    </dsp:sp>
    <dsp:sp modelId="{5A24E73A-2617-432F-B5A8-89FDA2648BD2}">
      <dsp:nvSpPr>
        <dsp:cNvPr id="0" name=""/>
        <dsp:cNvSpPr/>
      </dsp:nvSpPr>
      <dsp:spPr>
        <a:xfrm>
          <a:off x="5732418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2.pn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0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SIH26117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600" b="1" dirty="0"/>
              <a:t>Sovereign On-Premise Agentic AI Workbench using Open-Weight Multimodal LLMs for Confidential Industrial Work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600" dirty="0"/>
              <a:t>Smart Automation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MRPL SOVEREIGN AI WOKBENCH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63" y="226486"/>
            <a:ext cx="2236964" cy="1062337"/>
          </a:xfrm>
          <a:prstGeom prst="rect">
            <a:avLst/>
          </a:prstGeom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7D5CF24-E728-4C06-A108-BF79013622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612076"/>
              </p:ext>
            </p:extLst>
          </p:nvPr>
        </p:nvGraphicFramePr>
        <p:xfrm flipV="1">
          <a:off x="6785811" y="6290733"/>
          <a:ext cx="3526589" cy="45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38692F8-69A7-47B6-AFEE-FF290EA25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06906"/>
              </p:ext>
            </p:extLst>
          </p:nvPr>
        </p:nvGraphicFramePr>
        <p:xfrm>
          <a:off x="443682" y="1143000"/>
          <a:ext cx="3743307" cy="4632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AA038D-DDA5-4AFD-919D-CFB8F97607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469093"/>
              </p:ext>
            </p:extLst>
          </p:nvPr>
        </p:nvGraphicFramePr>
        <p:xfrm>
          <a:off x="5021178" y="1581934"/>
          <a:ext cx="5511800" cy="790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8576D85-569B-4050-88D2-26A249E848DB}"/>
              </a:ext>
            </a:extLst>
          </p:cNvPr>
          <p:cNvSpPr/>
          <p:nvPr/>
        </p:nvSpPr>
        <p:spPr>
          <a:xfrm>
            <a:off x="5016713" y="990427"/>
            <a:ext cx="5727032" cy="5032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IT ADDRESSES THE PROBLEM?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419C99-1956-4806-A464-1AA47B37028B}"/>
              </a:ext>
            </a:extLst>
          </p:cNvPr>
          <p:cNvSpPr/>
          <p:nvPr/>
        </p:nvSpPr>
        <p:spPr>
          <a:xfrm rot="10800000" flipV="1">
            <a:off x="5021177" y="2391120"/>
            <a:ext cx="5591713" cy="5032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INNOVATION AND UNIQUENESS 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5238C6B-56C1-469F-9472-59AB09A57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230109"/>
              </p:ext>
            </p:extLst>
          </p:nvPr>
        </p:nvGraphicFramePr>
        <p:xfrm>
          <a:off x="5021178" y="3085648"/>
          <a:ext cx="5614734" cy="3186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37598"/>
            <a:ext cx="10972800" cy="1062338"/>
          </a:xfrm>
        </p:spPr>
        <p:txBody>
          <a:bodyPr/>
          <a:lstStyle/>
          <a:p>
            <a:pPr eaLnBrk="1" hangingPunct="1"/>
            <a:br>
              <a:rPr lang="en-US" sz="1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1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</a:t>
            </a:r>
            <a:br>
              <a:rPr lang="en-US" sz="1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( SECURE LOCAL AI PIPELINE FOR AGENTIC INDUSTRIAL WORK)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DB69F56-2507-43DC-B419-2BDBF94A50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144063"/>
              </p:ext>
            </p:extLst>
          </p:nvPr>
        </p:nvGraphicFramePr>
        <p:xfrm>
          <a:off x="329773" y="1536034"/>
          <a:ext cx="10551587" cy="4505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8B3AA51-C248-495D-8114-967C4A965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8227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2758D15-5EE0-41E2-82A4-8198F067940B}"/>
              </a:ext>
            </a:extLst>
          </p:cNvPr>
          <p:cNvSpPr/>
          <p:nvPr/>
        </p:nvSpPr>
        <p:spPr>
          <a:xfrm>
            <a:off x="3657600" y="2844800"/>
            <a:ext cx="45719" cy="457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64FA3E-4975-4E17-A1A8-DC0155A2D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55048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3044" y="1375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116D6127-BCE4-4F43-8926-B564BC3C6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73" y="1247381"/>
            <a:ext cx="2962067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Research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Problem Study – Understand MRPL requirements and industrial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Literature Survey – Review research papers, industry solutions and standards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Technology Evaluation – Compare models, frameworks and tools for local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Prototype &amp; Validation – Build, test and validate in a local environment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10199D-5A88-4208-A5C3-6606C06E8FF4}"/>
              </a:ext>
            </a:extLst>
          </p:cNvPr>
          <p:cNvSpPr txBox="1"/>
          <p:nvPr/>
        </p:nvSpPr>
        <p:spPr>
          <a:xfrm>
            <a:off x="3621613" y="1541266"/>
            <a:ext cx="3444240" cy="23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Research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Large Language Models (LLMs)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Agentic AI &amp; Orchestration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Retrieval-Augmented Generation (RAG)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Secure Local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Multimodal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Industrial Applications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334F4F-6BDC-4792-B02E-F6B704D836DF}"/>
              </a:ext>
            </a:extLst>
          </p:cNvPr>
          <p:cNvSpPr txBox="1"/>
          <p:nvPr/>
        </p:nvSpPr>
        <p:spPr>
          <a:xfrm>
            <a:off x="3621613" y="4021137"/>
            <a:ext cx="3642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Key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LLMs:</a:t>
            </a:r>
            <a:r>
              <a:rPr lang="en-US" sz="1800" dirty="0"/>
              <a:t> Llama 3, </a:t>
            </a:r>
            <a:r>
              <a:rPr lang="en-US" sz="1800" dirty="0" err="1"/>
              <a:t>Qwen</a:t>
            </a:r>
            <a:r>
              <a:rPr lang="en-US" sz="1800" dirty="0"/>
              <a:t>, Phi-3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Agents:</a:t>
            </a:r>
            <a:r>
              <a:rPr lang="en-US" sz="1800" dirty="0"/>
              <a:t> </a:t>
            </a:r>
            <a:r>
              <a:rPr lang="en-US" sz="1800" dirty="0" err="1"/>
              <a:t>LangChain</a:t>
            </a:r>
            <a:r>
              <a:rPr lang="en-US" sz="1800" dirty="0"/>
              <a:t>, </a:t>
            </a:r>
            <a:r>
              <a:rPr lang="en-US" sz="1800" dirty="0" err="1"/>
              <a:t>LangGraph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RAG &amp; Vector Stores:</a:t>
            </a:r>
            <a:r>
              <a:rPr lang="en-US" sz="1800" dirty="0"/>
              <a:t> FAISS, </a:t>
            </a:r>
            <a:r>
              <a:rPr lang="en-US" sz="1800" dirty="0" err="1"/>
              <a:t>Qdrant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OCR:</a:t>
            </a:r>
            <a:r>
              <a:rPr lang="en-US" sz="1800" dirty="0"/>
              <a:t> </a:t>
            </a:r>
            <a:r>
              <a:rPr lang="en-US" sz="1800" dirty="0" err="1"/>
              <a:t>PaddleOCR</a:t>
            </a:r>
            <a:r>
              <a:rPr lang="en-US" sz="1800" dirty="0"/>
              <a:t>, </a:t>
            </a:r>
            <a:r>
              <a:rPr lang="en-US" sz="1800" dirty="0" err="1"/>
              <a:t>LayoutLM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Backend:</a:t>
            </a:r>
            <a:r>
              <a:rPr lang="en-US" sz="1800" dirty="0"/>
              <a:t> Python, </a:t>
            </a:r>
            <a:r>
              <a:rPr lang="en-US" sz="1800" dirty="0" err="1"/>
              <a:t>FastAPI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Infrastructure:</a:t>
            </a:r>
            <a:r>
              <a:rPr lang="en-US" sz="1800" dirty="0"/>
              <a:t> Docker, Linux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69C37-D356-416D-A5C3-9D5A76FF9604}"/>
              </a:ext>
            </a:extLst>
          </p:cNvPr>
          <p:cNvSpPr txBox="1"/>
          <p:nvPr/>
        </p:nvSpPr>
        <p:spPr>
          <a:xfrm>
            <a:off x="7783484" y="1262181"/>
            <a:ext cx="36423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Key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Lewis et al., 2020 – Retrieval-Augmented Generation for Knowledge-Intensive NLP Tasks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/>
              <a:t>Touvron</a:t>
            </a:r>
            <a:r>
              <a:rPr lang="en-US" sz="1800" dirty="0"/>
              <a:t> et al., 2023 – Llama 2: Open Foundation and Fine-Tuned Chat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/>
              <a:t>Qwen</a:t>
            </a:r>
            <a:r>
              <a:rPr lang="en-US" sz="1800" dirty="0"/>
              <a:t> Team, 2024 – </a:t>
            </a:r>
            <a:r>
              <a:rPr lang="en-US" sz="1800" dirty="0" err="1"/>
              <a:t>Qwen</a:t>
            </a:r>
            <a:r>
              <a:rPr lang="en-US" sz="1800" dirty="0"/>
              <a:t> Technical Report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Liu et al., 2023 – Visual Instruction Tuning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Wang et al., 2024 – Survey on LLM-Based Autonomous Agents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OWASP, 2023 – OWASP Top 10 for LLM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ISO/IEC 27001:2022 – Information Security Management Systems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7688</TotalTime>
  <Words>990</Words>
  <Application>Microsoft Office PowerPoint</Application>
  <PresentationFormat>Widescreen</PresentationFormat>
  <Paragraphs>176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MRPL SOVEREIGN AI WOKBENCH </vt:lpstr>
      <vt:lpstr>  TECHNICAL APPROACH  ( SECURE LOCAL AI PIPELINE FOR AGENTIC INDUSTRIAL WORK) 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kharayat</cp:lastModifiedBy>
  <cp:revision>171</cp:revision>
  <dcterms:created xsi:type="dcterms:W3CDTF">2013-12-12T18:46:50Z</dcterms:created>
  <dcterms:modified xsi:type="dcterms:W3CDTF">2026-09-03T14:11:55Z</dcterms:modified>
  <cp:category/>
</cp:coreProperties>
</file>